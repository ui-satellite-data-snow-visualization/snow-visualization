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6A2B92-2EBF-418C-BE04-4A9CFDB67567}" v="44" dt="2026-09-01T18:12:55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94660"/>
  </p:normalViewPr>
  <p:slideViewPr>
    <p:cSldViewPr snapToGrid="0">
      <p:cViewPr>
        <p:scale>
          <a:sx n="80" d="100"/>
          <a:sy n="80" d="100"/>
        </p:scale>
        <p:origin x="71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alls, Russell (rqualls@uidaho.edu)" userId="e453e683-8dec-4452-8085-c250617f6e5b" providerId="ADAL" clId="{BB055ED1-E282-46C0-B018-FA66AE88B88B}"/>
    <pc:docChg chg="undo custSel addSld delSld modSld sldOrd">
      <pc:chgData name="Qualls, Russell (rqualls@uidaho.edu)" userId="e453e683-8dec-4452-8085-c250617f6e5b" providerId="ADAL" clId="{BB055ED1-E282-46C0-B018-FA66AE88B88B}" dt="2026-09-01T22:08:47.182" v="2113" actId="20577"/>
      <pc:docMkLst>
        <pc:docMk/>
      </pc:docMkLst>
      <pc:sldChg chg="addSp modSp mod">
        <pc:chgData name="Qualls, Russell (rqualls@uidaho.edu)" userId="e453e683-8dec-4452-8085-c250617f6e5b" providerId="ADAL" clId="{BB055ED1-E282-46C0-B018-FA66AE88B88B}" dt="2026-09-01T18:46:35.802" v="1758" actId="1076"/>
        <pc:sldMkLst>
          <pc:docMk/>
          <pc:sldMk cId="3516416703" sldId="256"/>
        </pc:sldMkLst>
        <pc:spChg chg="mod">
          <ac:chgData name="Qualls, Russell (rqualls@uidaho.edu)" userId="e453e683-8dec-4452-8085-c250617f6e5b" providerId="ADAL" clId="{BB055ED1-E282-46C0-B018-FA66AE88B88B}" dt="2026-09-01T18:44:48.910" v="1746" actId="1076"/>
          <ac:spMkLst>
            <pc:docMk/>
            <pc:sldMk cId="3516416703" sldId="256"/>
            <ac:spMk id="2" creationId="{68997C15-0E13-A0F1-381D-6BE6A8408331}"/>
          </ac:spMkLst>
        </pc:spChg>
        <pc:spChg chg="mod">
          <ac:chgData name="Qualls, Russell (rqualls@uidaho.edu)" userId="e453e683-8dec-4452-8085-c250617f6e5b" providerId="ADAL" clId="{BB055ED1-E282-46C0-B018-FA66AE88B88B}" dt="2026-09-01T18:46:35.802" v="1758" actId="1076"/>
          <ac:spMkLst>
            <pc:docMk/>
            <pc:sldMk cId="3516416703" sldId="256"/>
            <ac:spMk id="3" creationId="{3FE14DA9-244F-E86C-1C40-57A504F86868}"/>
          </ac:spMkLst>
        </pc:spChg>
        <pc:picChg chg="add mod">
          <ac:chgData name="Qualls, Russell (rqualls@uidaho.edu)" userId="e453e683-8dec-4452-8085-c250617f6e5b" providerId="ADAL" clId="{BB055ED1-E282-46C0-B018-FA66AE88B88B}" dt="2026-09-01T17:58:02.022" v="701" actId="1076"/>
          <ac:picMkLst>
            <pc:docMk/>
            <pc:sldMk cId="3516416703" sldId="256"/>
            <ac:picMk id="5" creationId="{A0BA341E-8F00-3F33-3572-72B9E9D8618E}"/>
          </ac:picMkLst>
        </pc:picChg>
      </pc:sldChg>
      <pc:sldChg chg="addSp delSp modSp mod">
        <pc:chgData name="Qualls, Russell (rqualls@uidaho.edu)" userId="e453e683-8dec-4452-8085-c250617f6e5b" providerId="ADAL" clId="{BB055ED1-E282-46C0-B018-FA66AE88B88B}" dt="2026-09-01T21:52:13.698" v="2014" actId="20577"/>
        <pc:sldMkLst>
          <pc:docMk/>
          <pc:sldMk cId="692213862" sldId="257"/>
        </pc:sldMkLst>
        <pc:spChg chg="del">
          <ac:chgData name="Qualls, Russell (rqualls@uidaho.edu)" userId="e453e683-8dec-4452-8085-c250617f6e5b" providerId="ADAL" clId="{BB055ED1-E282-46C0-B018-FA66AE88B88B}" dt="2026-09-01T21:51:53.716" v="2002" actId="478"/>
          <ac:spMkLst>
            <pc:docMk/>
            <pc:sldMk cId="692213862" sldId="257"/>
            <ac:spMk id="2" creationId="{C199DBF4-6FEE-F5D5-0C3D-9C944D89FAD7}"/>
          </ac:spMkLst>
        </pc:spChg>
        <pc:spChg chg="mod">
          <ac:chgData name="Qualls, Russell (rqualls@uidaho.edu)" userId="e453e683-8dec-4452-8085-c250617f6e5b" providerId="ADAL" clId="{BB055ED1-E282-46C0-B018-FA66AE88B88B}" dt="2026-09-01T21:52:13.698" v="2014" actId="20577"/>
          <ac:spMkLst>
            <pc:docMk/>
            <pc:sldMk cId="692213862" sldId="257"/>
            <ac:spMk id="3" creationId="{CF6D0F28-04C9-83B3-B901-F96AC265605C}"/>
          </ac:spMkLst>
        </pc:spChg>
        <pc:spChg chg="add mod">
          <ac:chgData name="Qualls, Russell (rqualls@uidaho.edu)" userId="e453e683-8dec-4452-8085-c250617f6e5b" providerId="ADAL" clId="{BB055ED1-E282-46C0-B018-FA66AE88B88B}" dt="2026-08-31T15:52:01.460" v="1"/>
          <ac:spMkLst>
            <pc:docMk/>
            <pc:sldMk cId="692213862" sldId="257"/>
            <ac:spMk id="6" creationId="{C0FC3536-4AF4-C61C-E47A-1B03EF7E07E5}"/>
          </ac:spMkLst>
        </pc:spChg>
      </pc:sldChg>
      <pc:sldChg chg="addSp modSp mod ord">
        <pc:chgData name="Qualls, Russell (rqualls@uidaho.edu)" userId="e453e683-8dec-4452-8085-c250617f6e5b" providerId="ADAL" clId="{BB055ED1-E282-46C0-B018-FA66AE88B88B}" dt="2026-09-01T22:01:43.204" v="2055" actId="1076"/>
        <pc:sldMkLst>
          <pc:docMk/>
          <pc:sldMk cId="1167189463" sldId="258"/>
        </pc:sldMkLst>
        <pc:spChg chg="mod">
          <ac:chgData name="Qualls, Russell (rqualls@uidaho.edu)" userId="e453e683-8dec-4452-8085-c250617f6e5b" providerId="ADAL" clId="{BB055ED1-E282-46C0-B018-FA66AE88B88B}" dt="2026-09-01T18:54:40.667" v="1911" actId="404"/>
          <ac:spMkLst>
            <pc:docMk/>
            <pc:sldMk cId="1167189463" sldId="258"/>
            <ac:spMk id="2" creationId="{FDCAF39B-09DE-F8B1-74F1-E69C1512046F}"/>
          </ac:spMkLst>
        </pc:spChg>
        <pc:spChg chg="add mod">
          <ac:chgData name="Qualls, Russell (rqualls@uidaho.edu)" userId="e453e683-8dec-4452-8085-c250617f6e5b" providerId="ADAL" clId="{BB055ED1-E282-46C0-B018-FA66AE88B88B}" dt="2026-09-01T18:54:30.147" v="1909" actId="1076"/>
          <ac:spMkLst>
            <pc:docMk/>
            <pc:sldMk cId="1167189463" sldId="258"/>
            <ac:spMk id="7" creationId="{05CC1D62-C7CC-7CC5-E555-67B6AB03A65A}"/>
          </ac:spMkLst>
        </pc:spChg>
        <pc:picChg chg="add mod">
          <ac:chgData name="Qualls, Russell (rqualls@uidaho.edu)" userId="e453e683-8dec-4452-8085-c250617f6e5b" providerId="ADAL" clId="{BB055ED1-E282-46C0-B018-FA66AE88B88B}" dt="2026-09-01T22:01:43.204" v="2055" actId="1076"/>
          <ac:picMkLst>
            <pc:docMk/>
            <pc:sldMk cId="1167189463" sldId="258"/>
            <ac:picMk id="4" creationId="{65E2938D-9BD4-2267-E220-1ABD02951B1E}"/>
          </ac:picMkLst>
        </pc:picChg>
        <pc:picChg chg="mod">
          <ac:chgData name="Qualls, Russell (rqualls@uidaho.edu)" userId="e453e683-8dec-4452-8085-c250617f6e5b" providerId="ADAL" clId="{BB055ED1-E282-46C0-B018-FA66AE88B88B}" dt="2026-09-01T18:53:28.904" v="1898" actId="14100"/>
          <ac:picMkLst>
            <pc:docMk/>
            <pc:sldMk cId="1167189463" sldId="258"/>
            <ac:picMk id="5" creationId="{A595D55F-59D7-57EA-E7BB-2E58592EF0A8}"/>
          </ac:picMkLst>
        </pc:picChg>
      </pc:sldChg>
      <pc:sldChg chg="addSp delSp modSp del mod ord">
        <pc:chgData name="Qualls, Russell (rqualls@uidaho.edu)" userId="e453e683-8dec-4452-8085-c250617f6e5b" providerId="ADAL" clId="{BB055ED1-E282-46C0-B018-FA66AE88B88B}" dt="2026-09-01T18:55:01.460" v="1912" actId="2696"/>
        <pc:sldMkLst>
          <pc:docMk/>
          <pc:sldMk cId="3536592623" sldId="259"/>
        </pc:sldMkLst>
        <pc:spChg chg="mod">
          <ac:chgData name="Qualls, Russell (rqualls@uidaho.edu)" userId="e453e683-8dec-4452-8085-c250617f6e5b" providerId="ADAL" clId="{BB055ED1-E282-46C0-B018-FA66AE88B88B}" dt="2026-09-01T16:20:21.088" v="127" actId="14100"/>
          <ac:spMkLst>
            <pc:docMk/>
            <pc:sldMk cId="3536592623" sldId="259"/>
            <ac:spMk id="2" creationId="{FB6EAFEB-2198-56E3-6483-6A7E3ED2F091}"/>
          </ac:spMkLst>
        </pc:spChg>
        <pc:spChg chg="del">
          <ac:chgData name="Qualls, Russell (rqualls@uidaho.edu)" userId="e453e683-8dec-4452-8085-c250617f6e5b" providerId="ADAL" clId="{BB055ED1-E282-46C0-B018-FA66AE88B88B}" dt="2026-09-01T16:18:05.366" v="2"/>
          <ac:spMkLst>
            <pc:docMk/>
            <pc:sldMk cId="3536592623" sldId="259"/>
            <ac:spMk id="3" creationId="{A7A75DAB-3356-C4A8-B528-9248BA31F151}"/>
          </ac:spMkLst>
        </pc:spChg>
        <pc:spChg chg="add mod">
          <ac:chgData name="Qualls, Russell (rqualls@uidaho.edu)" userId="e453e683-8dec-4452-8085-c250617f6e5b" providerId="ADAL" clId="{BB055ED1-E282-46C0-B018-FA66AE88B88B}" dt="2026-09-01T16:20:26.488" v="128" actId="20577"/>
          <ac:spMkLst>
            <pc:docMk/>
            <pc:sldMk cId="3536592623" sldId="259"/>
            <ac:spMk id="5" creationId="{0B3F17E5-E010-111F-A865-CD03CE82E59F}"/>
          </ac:spMkLst>
        </pc:spChg>
        <pc:picChg chg="add mod">
          <ac:chgData name="Qualls, Russell (rqualls@uidaho.edu)" userId="e453e683-8dec-4452-8085-c250617f6e5b" providerId="ADAL" clId="{BB055ED1-E282-46C0-B018-FA66AE88B88B}" dt="2026-09-01T16:20:11.267" v="126" actId="14100"/>
          <ac:picMkLst>
            <pc:docMk/>
            <pc:sldMk cId="3536592623" sldId="259"/>
            <ac:picMk id="4" creationId="{34654423-D291-A16C-04D4-623EA4E311F0}"/>
          </ac:picMkLst>
        </pc:picChg>
      </pc:sldChg>
      <pc:sldChg chg="addSp delSp modSp new mod ord">
        <pc:chgData name="Qualls, Russell (rqualls@uidaho.edu)" userId="e453e683-8dec-4452-8085-c250617f6e5b" providerId="ADAL" clId="{BB055ED1-E282-46C0-B018-FA66AE88B88B}" dt="2026-09-01T22:08:47.182" v="2113" actId="20577"/>
        <pc:sldMkLst>
          <pc:docMk/>
          <pc:sldMk cId="977763706" sldId="260"/>
        </pc:sldMkLst>
        <pc:spChg chg="mod">
          <ac:chgData name="Qualls, Russell (rqualls@uidaho.edu)" userId="e453e683-8dec-4452-8085-c250617f6e5b" providerId="ADAL" clId="{BB055ED1-E282-46C0-B018-FA66AE88B88B}" dt="2026-09-01T22:08:47.182" v="2113" actId="20577"/>
          <ac:spMkLst>
            <pc:docMk/>
            <pc:sldMk cId="977763706" sldId="260"/>
            <ac:spMk id="2" creationId="{35AD84BA-9D3B-992D-F017-58BA307E5665}"/>
          </ac:spMkLst>
        </pc:spChg>
        <pc:spChg chg="del mod">
          <ac:chgData name="Qualls, Russell (rqualls@uidaho.edu)" userId="e453e683-8dec-4452-8085-c250617f6e5b" providerId="ADAL" clId="{BB055ED1-E282-46C0-B018-FA66AE88B88B}" dt="2026-09-01T16:37:01.495" v="163" actId="931"/>
          <ac:spMkLst>
            <pc:docMk/>
            <pc:sldMk cId="977763706" sldId="260"/>
            <ac:spMk id="3" creationId="{8F1F3A22-4C87-25BA-C6D0-6C5343D8E68B}"/>
          </ac:spMkLst>
        </pc:spChg>
        <pc:spChg chg="add del mod">
          <ac:chgData name="Qualls, Russell (rqualls@uidaho.edu)" userId="e453e683-8dec-4452-8085-c250617f6e5b" providerId="ADAL" clId="{BB055ED1-E282-46C0-B018-FA66AE88B88B}" dt="2026-09-01T17:33:35.673" v="542" actId="478"/>
          <ac:spMkLst>
            <pc:docMk/>
            <pc:sldMk cId="977763706" sldId="260"/>
            <ac:spMk id="4" creationId="{F173A503-F603-7FE0-1021-3859E05472A1}"/>
          </ac:spMkLst>
        </pc:spChg>
        <pc:spChg chg="add mod">
          <ac:chgData name="Qualls, Russell (rqualls@uidaho.edu)" userId="e453e683-8dec-4452-8085-c250617f6e5b" providerId="ADAL" clId="{BB055ED1-E282-46C0-B018-FA66AE88B88B}" dt="2026-09-01T16:29:57.169" v="144" actId="164"/>
          <ac:spMkLst>
            <pc:docMk/>
            <pc:sldMk cId="977763706" sldId="260"/>
            <ac:spMk id="5" creationId="{252B269C-B42C-A25C-4351-6BEDBD64DADC}"/>
          </ac:spMkLst>
        </pc:spChg>
        <pc:spChg chg="add mod">
          <ac:chgData name="Qualls, Russell (rqualls@uidaho.edu)" userId="e453e683-8dec-4452-8085-c250617f6e5b" providerId="ADAL" clId="{BB055ED1-E282-46C0-B018-FA66AE88B88B}" dt="2026-09-01T16:29:57.169" v="144" actId="164"/>
          <ac:spMkLst>
            <pc:docMk/>
            <pc:sldMk cId="977763706" sldId="260"/>
            <ac:spMk id="7" creationId="{F4B29D57-E0C3-DB4C-8CA7-A70369F8EAA6}"/>
          </ac:spMkLst>
        </pc:spChg>
        <pc:spChg chg="add mod">
          <ac:chgData name="Qualls, Russell (rqualls@uidaho.edu)" userId="e453e683-8dec-4452-8085-c250617f6e5b" providerId="ADAL" clId="{BB055ED1-E282-46C0-B018-FA66AE88B88B}" dt="2026-09-01T16:29:57.169" v="144" actId="164"/>
          <ac:spMkLst>
            <pc:docMk/>
            <pc:sldMk cId="977763706" sldId="260"/>
            <ac:spMk id="9" creationId="{AA24DD64-3355-B8A5-D05F-2D7C694205EA}"/>
          </ac:spMkLst>
        </pc:spChg>
        <pc:spChg chg="add mod">
          <ac:chgData name="Qualls, Russell (rqualls@uidaho.edu)" userId="e453e683-8dec-4452-8085-c250617f6e5b" providerId="ADAL" clId="{BB055ED1-E282-46C0-B018-FA66AE88B88B}" dt="2026-09-01T16:29:57.169" v="144" actId="164"/>
          <ac:spMkLst>
            <pc:docMk/>
            <pc:sldMk cId="977763706" sldId="260"/>
            <ac:spMk id="11" creationId="{DE87754C-B2BA-2A54-581C-DB073215921F}"/>
          </ac:spMkLst>
        </pc:spChg>
        <pc:spChg chg="add mod">
          <ac:chgData name="Qualls, Russell (rqualls@uidaho.edu)" userId="e453e683-8dec-4452-8085-c250617f6e5b" providerId="ADAL" clId="{BB055ED1-E282-46C0-B018-FA66AE88B88B}" dt="2026-09-01T16:29:57.169" v="144" actId="164"/>
          <ac:spMkLst>
            <pc:docMk/>
            <pc:sldMk cId="977763706" sldId="260"/>
            <ac:spMk id="13" creationId="{401965BA-0DD6-E1E7-2E88-4A0595AAA441}"/>
          </ac:spMkLst>
        </pc:spChg>
        <pc:spChg chg="add mod">
          <ac:chgData name="Qualls, Russell (rqualls@uidaho.edu)" userId="e453e683-8dec-4452-8085-c250617f6e5b" providerId="ADAL" clId="{BB055ED1-E282-46C0-B018-FA66AE88B88B}" dt="2026-09-01T16:29:57.169" v="144" actId="164"/>
          <ac:spMkLst>
            <pc:docMk/>
            <pc:sldMk cId="977763706" sldId="260"/>
            <ac:spMk id="15" creationId="{B3187CED-6546-DF42-965A-A6E1EC37C703}"/>
          </ac:spMkLst>
        </pc:spChg>
        <pc:spChg chg="add del mod">
          <ac:chgData name="Qualls, Russell (rqualls@uidaho.edu)" userId="e453e683-8dec-4452-8085-c250617f6e5b" providerId="ADAL" clId="{BB055ED1-E282-46C0-B018-FA66AE88B88B}" dt="2026-09-01T17:25:57.936" v="362" actId="478"/>
          <ac:spMkLst>
            <pc:docMk/>
            <pc:sldMk cId="977763706" sldId="260"/>
            <ac:spMk id="18" creationId="{105226E0-FBFB-B715-84ED-07FCEA3D8271}"/>
          </ac:spMkLst>
        </pc:spChg>
        <pc:spChg chg="add mod">
          <ac:chgData name="Qualls, Russell (rqualls@uidaho.edu)" userId="e453e683-8dec-4452-8085-c250617f6e5b" providerId="ADAL" clId="{BB055ED1-E282-46C0-B018-FA66AE88B88B}" dt="2026-09-01T17:25:32.488" v="359" actId="1076"/>
          <ac:spMkLst>
            <pc:docMk/>
            <pc:sldMk cId="977763706" sldId="260"/>
            <ac:spMk id="20" creationId="{BBDC04CB-3E12-3B25-4881-62508A992395}"/>
          </ac:spMkLst>
        </pc:spChg>
        <pc:spChg chg="add mod">
          <ac:chgData name="Qualls, Russell (rqualls@uidaho.edu)" userId="e453e683-8dec-4452-8085-c250617f6e5b" providerId="ADAL" clId="{BB055ED1-E282-46C0-B018-FA66AE88B88B}" dt="2026-09-01T16:43:45.578" v="181" actId="1076"/>
          <ac:spMkLst>
            <pc:docMk/>
            <pc:sldMk cId="977763706" sldId="260"/>
            <ac:spMk id="22" creationId="{33493EB3-0B1D-A0FD-77D6-F5740E212752}"/>
          </ac:spMkLst>
        </pc:spChg>
        <pc:spChg chg="add mod">
          <ac:chgData name="Qualls, Russell (rqualls@uidaho.edu)" userId="e453e683-8dec-4452-8085-c250617f6e5b" providerId="ADAL" clId="{BB055ED1-E282-46C0-B018-FA66AE88B88B}" dt="2026-09-01T16:51:13.024" v="188" actId="164"/>
          <ac:spMkLst>
            <pc:docMk/>
            <pc:sldMk cId="977763706" sldId="260"/>
            <ac:spMk id="24" creationId="{45A38CD5-287A-790B-98D1-9486AD01B410}"/>
          </ac:spMkLst>
        </pc:spChg>
        <pc:spChg chg="del mod">
          <ac:chgData name="Qualls, Russell (rqualls@uidaho.edu)" userId="e453e683-8dec-4452-8085-c250617f6e5b" providerId="ADAL" clId="{BB055ED1-E282-46C0-B018-FA66AE88B88B}" dt="2026-09-01T17:33:32.989" v="540" actId="478"/>
          <ac:spMkLst>
            <pc:docMk/>
            <pc:sldMk cId="977763706" sldId="260"/>
            <ac:spMk id="29" creationId="{EF28451E-A7D3-42B1-132A-FCABD1399F3A}"/>
          </ac:spMkLst>
        </pc:spChg>
        <pc:spChg chg="del mod">
          <ac:chgData name="Qualls, Russell (rqualls@uidaho.edu)" userId="e453e683-8dec-4452-8085-c250617f6e5b" providerId="ADAL" clId="{BB055ED1-E282-46C0-B018-FA66AE88B88B}" dt="2026-09-01T17:33:33.980" v="541" actId="478"/>
          <ac:spMkLst>
            <pc:docMk/>
            <pc:sldMk cId="977763706" sldId="260"/>
            <ac:spMk id="30" creationId="{92FE715C-7386-3F8B-39DC-92988AA6F7A2}"/>
          </ac:spMkLst>
        </pc:spChg>
        <pc:spChg chg="add mod ord">
          <ac:chgData name="Qualls, Russell (rqualls@uidaho.edu)" userId="e453e683-8dec-4452-8085-c250617f6e5b" providerId="ADAL" clId="{BB055ED1-E282-46C0-B018-FA66AE88B88B}" dt="2026-09-01T16:51:53.609" v="195" actId="167"/>
          <ac:spMkLst>
            <pc:docMk/>
            <pc:sldMk cId="977763706" sldId="260"/>
            <ac:spMk id="34" creationId="{FE936A7B-DF0E-CB8E-F403-0BB3FC3A7586}"/>
          </ac:spMkLst>
        </pc:spChg>
        <pc:spChg chg="add del mod">
          <ac:chgData name="Qualls, Russell (rqualls@uidaho.edu)" userId="e453e683-8dec-4452-8085-c250617f6e5b" providerId="ADAL" clId="{BB055ED1-E282-46C0-B018-FA66AE88B88B}" dt="2026-09-01T16:51:21.495" v="190"/>
          <ac:spMkLst>
            <pc:docMk/>
            <pc:sldMk cId="977763706" sldId="260"/>
            <ac:spMk id="35" creationId="{71FE311D-2FC9-54EF-DDA8-DC9C57BB70BC}"/>
          </ac:spMkLst>
        </pc:spChg>
        <pc:spChg chg="mod topLvl">
          <ac:chgData name="Qualls, Russell (rqualls@uidaho.edu)" userId="e453e683-8dec-4452-8085-c250617f6e5b" providerId="ADAL" clId="{BB055ED1-E282-46C0-B018-FA66AE88B88B}" dt="2026-09-01T17:22:12.814" v="324" actId="164"/>
          <ac:spMkLst>
            <pc:docMk/>
            <pc:sldMk cId="977763706" sldId="260"/>
            <ac:spMk id="38" creationId="{6738895E-1DF2-93CF-04AB-82963B7E05CD}"/>
          </ac:spMkLst>
        </pc:spChg>
        <pc:spChg chg="del mod">
          <ac:chgData name="Qualls, Russell (rqualls@uidaho.edu)" userId="e453e683-8dec-4452-8085-c250617f6e5b" providerId="ADAL" clId="{BB055ED1-E282-46C0-B018-FA66AE88B88B}" dt="2026-09-01T17:16:50.434" v="285" actId="478"/>
          <ac:spMkLst>
            <pc:docMk/>
            <pc:sldMk cId="977763706" sldId="260"/>
            <ac:spMk id="40" creationId="{166508E1-A986-A5B0-F259-E8F918E246D1}"/>
          </ac:spMkLst>
        </pc:spChg>
        <pc:spChg chg="add del mod">
          <ac:chgData name="Qualls, Russell (rqualls@uidaho.edu)" userId="e453e683-8dec-4452-8085-c250617f6e5b" providerId="ADAL" clId="{BB055ED1-E282-46C0-B018-FA66AE88B88B}" dt="2026-09-01T16:57:03.797" v="204"/>
          <ac:spMkLst>
            <pc:docMk/>
            <pc:sldMk cId="977763706" sldId="260"/>
            <ac:spMk id="41" creationId="{F8ADB83A-EEA6-CAD3-DBED-3F73D6F29271}"/>
          </ac:spMkLst>
        </pc:spChg>
        <pc:spChg chg="add del mod">
          <ac:chgData name="Qualls, Russell (rqualls@uidaho.edu)" userId="e453e683-8dec-4452-8085-c250617f6e5b" providerId="ADAL" clId="{BB055ED1-E282-46C0-B018-FA66AE88B88B}" dt="2026-09-01T17:33:37.457" v="543" actId="478"/>
          <ac:spMkLst>
            <pc:docMk/>
            <pc:sldMk cId="977763706" sldId="260"/>
            <ac:spMk id="43" creationId="{B43B1DD4-0377-5A48-964A-DA2A15774586}"/>
          </ac:spMkLst>
        </pc:spChg>
        <pc:spChg chg="add mod">
          <ac:chgData name="Qualls, Russell (rqualls@uidaho.edu)" userId="e453e683-8dec-4452-8085-c250617f6e5b" providerId="ADAL" clId="{BB055ED1-E282-46C0-B018-FA66AE88B88B}" dt="2026-09-01T17:24:29.811" v="344" actId="14100"/>
          <ac:spMkLst>
            <pc:docMk/>
            <pc:sldMk cId="977763706" sldId="260"/>
            <ac:spMk id="45" creationId="{A142713F-7D86-F90A-A549-93C3949B5B5D}"/>
          </ac:spMkLst>
        </pc:spChg>
        <pc:spChg chg="mod topLvl">
          <ac:chgData name="Qualls, Russell (rqualls@uidaho.edu)" userId="e453e683-8dec-4452-8085-c250617f6e5b" providerId="ADAL" clId="{BB055ED1-E282-46C0-B018-FA66AE88B88B}" dt="2026-09-01T17:09:57.373" v="235" actId="164"/>
          <ac:spMkLst>
            <pc:docMk/>
            <pc:sldMk cId="977763706" sldId="260"/>
            <ac:spMk id="47" creationId="{01F44B87-8636-192B-58E7-2AB2A6C8435A}"/>
          </ac:spMkLst>
        </pc:spChg>
        <pc:spChg chg="mod ord topLvl">
          <ac:chgData name="Qualls, Russell (rqualls@uidaho.edu)" userId="e453e683-8dec-4452-8085-c250617f6e5b" providerId="ADAL" clId="{BB055ED1-E282-46C0-B018-FA66AE88B88B}" dt="2026-09-01T17:19:21.833" v="305" actId="164"/>
          <ac:spMkLst>
            <pc:docMk/>
            <pc:sldMk cId="977763706" sldId="260"/>
            <ac:spMk id="48" creationId="{61AC7F81-B244-DA33-A100-C232C1D9D5AC}"/>
          </ac:spMkLst>
        </pc:spChg>
        <pc:spChg chg="mod">
          <ac:chgData name="Qualls, Russell (rqualls@uidaho.edu)" userId="e453e683-8dec-4452-8085-c250617f6e5b" providerId="ADAL" clId="{BB055ED1-E282-46C0-B018-FA66AE88B88B}" dt="2026-09-01T17:09:57.373" v="235" actId="164"/>
          <ac:spMkLst>
            <pc:docMk/>
            <pc:sldMk cId="977763706" sldId="260"/>
            <ac:spMk id="50" creationId="{CA715E94-DAF5-D777-72BB-CA1AD5E17912}"/>
          </ac:spMkLst>
        </pc:spChg>
        <pc:spChg chg="mod">
          <ac:chgData name="Qualls, Russell (rqualls@uidaho.edu)" userId="e453e683-8dec-4452-8085-c250617f6e5b" providerId="ADAL" clId="{BB055ED1-E282-46C0-B018-FA66AE88B88B}" dt="2026-09-01T17:10:09.621" v="236"/>
          <ac:spMkLst>
            <pc:docMk/>
            <pc:sldMk cId="977763706" sldId="260"/>
            <ac:spMk id="53" creationId="{C7A6A93A-CD1E-A888-2B18-8EA87A9F0EEB}"/>
          </ac:spMkLst>
        </pc:spChg>
        <pc:spChg chg="mod">
          <ac:chgData name="Qualls, Russell (rqualls@uidaho.edu)" userId="e453e683-8dec-4452-8085-c250617f6e5b" providerId="ADAL" clId="{BB055ED1-E282-46C0-B018-FA66AE88B88B}" dt="2026-09-01T17:10:09.621" v="236"/>
          <ac:spMkLst>
            <pc:docMk/>
            <pc:sldMk cId="977763706" sldId="260"/>
            <ac:spMk id="54" creationId="{3D138BDF-B03A-6449-A33F-9644B8EDE532}"/>
          </ac:spMkLst>
        </pc:spChg>
        <pc:spChg chg="add mod ord topLvl">
          <ac:chgData name="Qualls, Russell (rqualls@uidaho.edu)" userId="e453e683-8dec-4452-8085-c250617f6e5b" providerId="ADAL" clId="{BB055ED1-E282-46C0-B018-FA66AE88B88B}" dt="2026-09-01T17:19:21.833" v="305" actId="164"/>
          <ac:spMkLst>
            <pc:docMk/>
            <pc:sldMk cId="977763706" sldId="260"/>
            <ac:spMk id="56" creationId="{9E8FC9A6-F868-3929-0527-1EA99F3E7641}"/>
          </ac:spMkLst>
        </pc:spChg>
        <pc:spChg chg="add mod ord">
          <ac:chgData name="Qualls, Russell (rqualls@uidaho.edu)" userId="e453e683-8dec-4452-8085-c250617f6e5b" providerId="ADAL" clId="{BB055ED1-E282-46C0-B018-FA66AE88B88B}" dt="2026-09-01T17:16:29.742" v="282" actId="164"/>
          <ac:spMkLst>
            <pc:docMk/>
            <pc:sldMk cId="977763706" sldId="260"/>
            <ac:spMk id="58" creationId="{935BFFBF-3D80-433C-803E-8FAA693567D2}"/>
          </ac:spMkLst>
        </pc:spChg>
        <pc:spChg chg="add mod">
          <ac:chgData name="Qualls, Russell (rqualls@uidaho.edu)" userId="e453e683-8dec-4452-8085-c250617f6e5b" providerId="ADAL" clId="{BB055ED1-E282-46C0-B018-FA66AE88B88B}" dt="2026-09-01T17:16:29.742" v="282" actId="164"/>
          <ac:spMkLst>
            <pc:docMk/>
            <pc:sldMk cId="977763706" sldId="260"/>
            <ac:spMk id="60" creationId="{BB0207A5-BEF4-CD1E-557C-A21E4FBFB45A}"/>
          </ac:spMkLst>
        </pc:spChg>
        <pc:spChg chg="add mod">
          <ac:chgData name="Qualls, Russell (rqualls@uidaho.edu)" userId="e453e683-8dec-4452-8085-c250617f6e5b" providerId="ADAL" clId="{BB055ED1-E282-46C0-B018-FA66AE88B88B}" dt="2026-09-01T17:16:19.846" v="280" actId="164"/>
          <ac:spMkLst>
            <pc:docMk/>
            <pc:sldMk cId="977763706" sldId="260"/>
            <ac:spMk id="62" creationId="{23F2D25F-ADF7-462D-3917-A5190AEF4FDC}"/>
          </ac:spMkLst>
        </pc:spChg>
        <pc:spChg chg="add mod">
          <ac:chgData name="Qualls, Russell (rqualls@uidaho.edu)" userId="e453e683-8dec-4452-8085-c250617f6e5b" providerId="ADAL" clId="{BB055ED1-E282-46C0-B018-FA66AE88B88B}" dt="2026-09-01T17:16:19.846" v="280" actId="164"/>
          <ac:spMkLst>
            <pc:docMk/>
            <pc:sldMk cId="977763706" sldId="260"/>
            <ac:spMk id="64" creationId="{060400D9-A1CA-A35F-E23E-5CFA80139591}"/>
          </ac:spMkLst>
        </pc:spChg>
        <pc:spChg chg="add mod topLvl">
          <ac:chgData name="Qualls, Russell (rqualls@uidaho.edu)" userId="e453e683-8dec-4452-8085-c250617f6e5b" providerId="ADAL" clId="{BB055ED1-E282-46C0-B018-FA66AE88B88B}" dt="2026-09-01T17:21:35.488" v="321" actId="164"/>
          <ac:spMkLst>
            <pc:docMk/>
            <pc:sldMk cId="977763706" sldId="260"/>
            <ac:spMk id="66" creationId="{B3CFED63-98AB-0676-4CB3-F975FEBCE89E}"/>
          </ac:spMkLst>
        </pc:spChg>
        <pc:spChg chg="add mod topLvl">
          <ac:chgData name="Qualls, Russell (rqualls@uidaho.edu)" userId="e453e683-8dec-4452-8085-c250617f6e5b" providerId="ADAL" clId="{BB055ED1-E282-46C0-B018-FA66AE88B88B}" dt="2026-09-01T17:21:35.488" v="321" actId="164"/>
          <ac:spMkLst>
            <pc:docMk/>
            <pc:sldMk cId="977763706" sldId="260"/>
            <ac:spMk id="68" creationId="{E63F703F-83A4-48C0-5980-547DCE7E501F}"/>
          </ac:spMkLst>
        </pc:spChg>
        <pc:spChg chg="add mod">
          <ac:chgData name="Qualls, Russell (rqualls@uidaho.edu)" userId="e453e683-8dec-4452-8085-c250617f6e5b" providerId="ADAL" clId="{BB055ED1-E282-46C0-B018-FA66AE88B88B}" dt="2026-09-01T17:22:12.814" v="324" actId="164"/>
          <ac:spMkLst>
            <pc:docMk/>
            <pc:sldMk cId="977763706" sldId="260"/>
            <ac:spMk id="75" creationId="{6065AAC6-AD21-D663-AA87-D707F7A3B3A0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79" creationId="{9F153C3D-2D2F-C1B0-68C3-70B6C6CDE2B2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82" creationId="{43860865-645E-1D1B-F8E8-CB3BD00661F7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85" creationId="{31E694CF-2356-CDBA-68B2-4087E0666A2A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86" creationId="{4EB73644-D971-1314-F6E7-DF239CE92617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87" creationId="{01CFC962-B292-D48F-C9E0-F2D1726685CE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88" creationId="{BBDFD95F-70EB-BDF6-EEA6-39B3EA1335D6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89" creationId="{02F9B895-54C2-0618-3EC3-16DBCCD090D7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90" creationId="{FC4F3E5F-BE0D-6FDD-1C10-63252B2CBE6F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91" creationId="{04C1BB68-E59B-CD8B-8106-B728AEEA781F}"/>
          </ac:spMkLst>
        </pc:spChg>
        <pc:spChg chg="mod">
          <ac:chgData name="Qualls, Russell (rqualls@uidaho.edu)" userId="e453e683-8dec-4452-8085-c250617f6e5b" providerId="ADAL" clId="{BB055ED1-E282-46C0-B018-FA66AE88B88B}" dt="2026-09-01T17:22:30.098" v="327"/>
          <ac:spMkLst>
            <pc:docMk/>
            <pc:sldMk cId="977763706" sldId="260"/>
            <ac:spMk id="92" creationId="{AA3A1766-A6BB-422C-E08B-06C73B0A5ED1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94" creationId="{BBBDA5ED-66D6-35A8-C8AC-552D5A5F4E4D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97" creationId="{A780EA5B-1837-927F-AD03-D21D1401529F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100" creationId="{9C724D6B-B27D-DCE3-2B07-DE0DF4735995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101" creationId="{E07BC952-9377-5955-2F97-9A3E60A17FD7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102" creationId="{88DEEF82-B106-6C88-F8C5-698624D00EDF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103" creationId="{EFC88B15-EDEE-FC49-F1C1-D4D872ADD6E9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104" creationId="{E0841BF7-64C4-F2CE-0422-D3F09AE55AD5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105" creationId="{168E14C9-BBA0-9D59-E739-92001E2ED6E8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106" creationId="{F70919FE-636E-D6F4-825C-CCFEE5ED2F91}"/>
          </ac:spMkLst>
        </pc:spChg>
        <pc:spChg chg="mod">
          <ac:chgData name="Qualls, Russell (rqualls@uidaho.edu)" userId="e453e683-8dec-4452-8085-c250617f6e5b" providerId="ADAL" clId="{BB055ED1-E282-46C0-B018-FA66AE88B88B}" dt="2026-09-01T17:22:58.848" v="332"/>
          <ac:spMkLst>
            <pc:docMk/>
            <pc:sldMk cId="977763706" sldId="260"/>
            <ac:spMk id="107" creationId="{AEEC47B7-9B03-FA11-7D03-D087F6B6E613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09" creationId="{ED1F37F9-50DE-B79B-6EF7-183792A2CB13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12" creationId="{24595F30-9D60-CD63-3B22-882F9AD1A2E9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15" creationId="{C5211C95-F9BE-FCE0-A556-F28467E11A40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16" creationId="{DB9153F5-AC84-6E25-2F8C-7726582E4B7B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17" creationId="{3A16B3E8-20F4-E319-3CCA-ECE143245439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18" creationId="{44CBDA31-AADC-7377-D223-EE9CF3F30C91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19" creationId="{1B16E3C1-4784-87A8-F77B-2E66D4F31BE6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20" creationId="{A538825C-6078-4E39-DE76-DC543BC0E5C1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21" creationId="{AD3185D7-601F-B837-A61A-DCE0F7C359DB}"/>
          </ac:spMkLst>
        </pc:spChg>
        <pc:spChg chg="mod">
          <ac:chgData name="Qualls, Russell (rqualls@uidaho.edu)" userId="e453e683-8dec-4452-8085-c250617f6e5b" providerId="ADAL" clId="{BB055ED1-E282-46C0-B018-FA66AE88B88B}" dt="2026-09-01T17:23:05.498" v="334"/>
          <ac:spMkLst>
            <pc:docMk/>
            <pc:sldMk cId="977763706" sldId="260"/>
            <ac:spMk id="122" creationId="{8DC71670-F432-984D-258A-B9B16ADB16BE}"/>
          </ac:spMkLst>
        </pc:spChg>
        <pc:spChg chg="add del mod">
          <ac:chgData name="Qualls, Russell (rqualls@uidaho.edu)" userId="e453e683-8dec-4452-8085-c250617f6e5b" providerId="ADAL" clId="{BB055ED1-E282-46C0-B018-FA66AE88B88B}" dt="2026-09-01T17:24:34.300" v="345" actId="478"/>
          <ac:spMkLst>
            <pc:docMk/>
            <pc:sldMk cId="977763706" sldId="260"/>
            <ac:spMk id="124" creationId="{1E1F455B-D16B-E352-E501-F07994673AA3}"/>
          </ac:spMkLst>
        </pc:spChg>
        <pc:spChg chg="add mod">
          <ac:chgData name="Qualls, Russell (rqualls@uidaho.edu)" userId="e453e683-8dec-4452-8085-c250617f6e5b" providerId="ADAL" clId="{BB055ED1-E282-46C0-B018-FA66AE88B88B}" dt="2026-09-01T17:25:28.896" v="358" actId="1076"/>
          <ac:spMkLst>
            <pc:docMk/>
            <pc:sldMk cId="977763706" sldId="260"/>
            <ac:spMk id="126" creationId="{F95091F4-AEC8-96C1-6230-5464BA8261FD}"/>
          </ac:spMkLst>
        </pc:spChg>
        <pc:spChg chg="add mod">
          <ac:chgData name="Qualls, Russell (rqualls@uidaho.edu)" userId="e453e683-8dec-4452-8085-c250617f6e5b" providerId="ADAL" clId="{BB055ED1-E282-46C0-B018-FA66AE88B88B}" dt="2026-09-01T17:25:24.770" v="357" actId="1076"/>
          <ac:spMkLst>
            <pc:docMk/>
            <pc:sldMk cId="977763706" sldId="260"/>
            <ac:spMk id="128" creationId="{5184D520-4A54-4E57-F12E-AEC34BCE5BEF}"/>
          </ac:spMkLst>
        </pc:spChg>
        <pc:spChg chg="add mod">
          <ac:chgData name="Qualls, Russell (rqualls@uidaho.edu)" userId="e453e683-8dec-4452-8085-c250617f6e5b" providerId="ADAL" clId="{BB055ED1-E282-46C0-B018-FA66AE88B88B}" dt="2026-09-01T17:26:55.695" v="370" actId="164"/>
          <ac:spMkLst>
            <pc:docMk/>
            <pc:sldMk cId="977763706" sldId="260"/>
            <ac:spMk id="130" creationId="{A6834765-4DF5-14C9-031F-473A92D610D8}"/>
          </ac:spMkLst>
        </pc:spChg>
        <pc:spChg chg="add mod">
          <ac:chgData name="Qualls, Russell (rqualls@uidaho.edu)" userId="e453e683-8dec-4452-8085-c250617f6e5b" providerId="ADAL" clId="{BB055ED1-E282-46C0-B018-FA66AE88B88B}" dt="2026-09-01T17:26:55.695" v="370" actId="164"/>
          <ac:spMkLst>
            <pc:docMk/>
            <pc:sldMk cId="977763706" sldId="260"/>
            <ac:spMk id="132" creationId="{C4D42BC0-CDF4-14E5-A065-D9E19E01183F}"/>
          </ac:spMkLst>
        </pc:spChg>
        <pc:spChg chg="add mod">
          <ac:chgData name="Qualls, Russell (rqualls@uidaho.edu)" userId="e453e683-8dec-4452-8085-c250617f6e5b" providerId="ADAL" clId="{BB055ED1-E282-46C0-B018-FA66AE88B88B}" dt="2026-09-01T17:26:55.695" v="370" actId="164"/>
          <ac:spMkLst>
            <pc:docMk/>
            <pc:sldMk cId="977763706" sldId="260"/>
            <ac:spMk id="134" creationId="{7C9979A2-17C1-2BBA-64C5-EFAFBCA1B617}"/>
          </ac:spMkLst>
        </pc:spChg>
        <pc:spChg chg="add mod">
          <ac:chgData name="Qualls, Russell (rqualls@uidaho.edu)" userId="e453e683-8dec-4452-8085-c250617f6e5b" providerId="ADAL" clId="{BB055ED1-E282-46C0-B018-FA66AE88B88B}" dt="2026-09-01T17:26:55.695" v="370" actId="164"/>
          <ac:spMkLst>
            <pc:docMk/>
            <pc:sldMk cId="977763706" sldId="260"/>
            <ac:spMk id="136" creationId="{599227E3-6540-AEB9-C1FB-6C04B59C0760}"/>
          </ac:spMkLst>
        </pc:spChg>
        <pc:spChg chg="add mod">
          <ac:chgData name="Qualls, Russell (rqualls@uidaho.edu)" userId="e453e683-8dec-4452-8085-c250617f6e5b" providerId="ADAL" clId="{BB055ED1-E282-46C0-B018-FA66AE88B88B}" dt="2026-09-01T17:26:55.695" v="370" actId="164"/>
          <ac:spMkLst>
            <pc:docMk/>
            <pc:sldMk cId="977763706" sldId="260"/>
            <ac:spMk id="138" creationId="{72C9EEEA-C852-9CAD-6E14-18CC37C90548}"/>
          </ac:spMkLst>
        </pc:spChg>
        <pc:spChg chg="add mod">
          <ac:chgData name="Qualls, Russell (rqualls@uidaho.edu)" userId="e453e683-8dec-4452-8085-c250617f6e5b" providerId="ADAL" clId="{BB055ED1-E282-46C0-B018-FA66AE88B88B}" dt="2026-09-01T17:26:55.695" v="370" actId="164"/>
          <ac:spMkLst>
            <pc:docMk/>
            <pc:sldMk cId="977763706" sldId="260"/>
            <ac:spMk id="140" creationId="{62393686-6756-0518-20E3-D46FD1BA54A3}"/>
          </ac:spMkLst>
        </pc:spChg>
        <pc:spChg chg="add mod">
          <ac:chgData name="Qualls, Russell (rqualls@uidaho.edu)" userId="e453e683-8dec-4452-8085-c250617f6e5b" providerId="ADAL" clId="{BB055ED1-E282-46C0-B018-FA66AE88B88B}" dt="2026-09-01T17:26:55.695" v="370" actId="164"/>
          <ac:spMkLst>
            <pc:docMk/>
            <pc:sldMk cId="977763706" sldId="260"/>
            <ac:spMk id="142" creationId="{A62AACD2-FB2F-9002-8475-949F391C4481}"/>
          </ac:spMkLst>
        </pc:spChg>
        <pc:spChg chg="add mod">
          <ac:chgData name="Qualls, Russell (rqualls@uidaho.edu)" userId="e453e683-8dec-4452-8085-c250617f6e5b" providerId="ADAL" clId="{BB055ED1-E282-46C0-B018-FA66AE88B88B}" dt="2026-09-01T21:56:44.852" v="2043" actId="20577"/>
          <ac:spMkLst>
            <pc:docMk/>
            <pc:sldMk cId="977763706" sldId="260"/>
            <ac:spMk id="144" creationId="{B65D9EAE-82D6-57E6-9946-E3EFEE9EDAEA}"/>
          </ac:spMkLst>
        </pc:spChg>
        <pc:spChg chg="add mod">
          <ac:chgData name="Qualls, Russell (rqualls@uidaho.edu)" userId="e453e683-8dec-4452-8085-c250617f6e5b" providerId="ADAL" clId="{BB055ED1-E282-46C0-B018-FA66AE88B88B}" dt="2026-09-01T21:57:22.358" v="2050" actId="14100"/>
          <ac:spMkLst>
            <pc:docMk/>
            <pc:sldMk cId="977763706" sldId="260"/>
            <ac:spMk id="146" creationId="{9D26859C-CC58-0414-E9A0-01802EF08BEE}"/>
          </ac:spMkLst>
        </pc:spChg>
        <pc:spChg chg="add mod">
          <ac:chgData name="Qualls, Russell (rqualls@uidaho.edu)" userId="e453e683-8dec-4452-8085-c250617f6e5b" providerId="ADAL" clId="{BB055ED1-E282-46C0-B018-FA66AE88B88B}" dt="2026-09-01T21:57:50.324" v="2054" actId="1076"/>
          <ac:spMkLst>
            <pc:docMk/>
            <pc:sldMk cId="977763706" sldId="260"/>
            <ac:spMk id="148" creationId="{836B494A-4462-FC49-6F98-273DD0C0E7C4}"/>
          </ac:spMkLst>
        </pc:spChg>
        <pc:spChg chg="mod">
          <ac:chgData name="Qualls, Russell (rqualls@uidaho.edu)" userId="e453e683-8dec-4452-8085-c250617f6e5b" providerId="ADAL" clId="{BB055ED1-E282-46C0-B018-FA66AE88B88B}" dt="2026-09-01T17:33:18.284" v="535"/>
          <ac:spMkLst>
            <pc:docMk/>
            <pc:sldMk cId="977763706" sldId="260"/>
            <ac:spMk id="150" creationId="{26C2EF68-9DC8-304D-4092-921565A62B82}"/>
          </ac:spMkLst>
        </pc:spChg>
        <pc:spChg chg="mod">
          <ac:chgData name="Qualls, Russell (rqualls@uidaho.edu)" userId="e453e683-8dec-4452-8085-c250617f6e5b" providerId="ADAL" clId="{BB055ED1-E282-46C0-B018-FA66AE88B88B}" dt="2026-09-01T17:33:18.284" v="535"/>
          <ac:spMkLst>
            <pc:docMk/>
            <pc:sldMk cId="977763706" sldId="260"/>
            <ac:spMk id="151" creationId="{F9E8E785-3771-BADE-B083-2DF186CEFE7A}"/>
          </ac:spMkLst>
        </pc:spChg>
        <pc:spChg chg="mod">
          <ac:chgData name="Qualls, Russell (rqualls@uidaho.edu)" userId="e453e683-8dec-4452-8085-c250617f6e5b" providerId="ADAL" clId="{BB055ED1-E282-46C0-B018-FA66AE88B88B}" dt="2026-09-01T17:33:18.284" v="535"/>
          <ac:spMkLst>
            <pc:docMk/>
            <pc:sldMk cId="977763706" sldId="260"/>
            <ac:spMk id="152" creationId="{585DE4F8-CBDE-D589-792E-B95D3785E0A1}"/>
          </ac:spMkLst>
        </pc:spChg>
        <pc:spChg chg="mod">
          <ac:chgData name="Qualls, Russell (rqualls@uidaho.edu)" userId="e453e683-8dec-4452-8085-c250617f6e5b" providerId="ADAL" clId="{BB055ED1-E282-46C0-B018-FA66AE88B88B}" dt="2026-09-01T17:33:18.284" v="535"/>
          <ac:spMkLst>
            <pc:docMk/>
            <pc:sldMk cId="977763706" sldId="260"/>
            <ac:spMk id="153" creationId="{F8EDF152-8CCE-B138-5B7D-5B75BF514704}"/>
          </ac:spMkLst>
        </pc:spChg>
        <pc:spChg chg="mod">
          <ac:chgData name="Qualls, Russell (rqualls@uidaho.edu)" userId="e453e683-8dec-4452-8085-c250617f6e5b" providerId="ADAL" clId="{BB055ED1-E282-46C0-B018-FA66AE88B88B}" dt="2026-09-01T17:33:18.284" v="535"/>
          <ac:spMkLst>
            <pc:docMk/>
            <pc:sldMk cId="977763706" sldId="260"/>
            <ac:spMk id="154" creationId="{C9DD53F2-D729-3EE6-A840-A3CC71195DA3}"/>
          </ac:spMkLst>
        </pc:spChg>
        <pc:spChg chg="mod">
          <ac:chgData name="Qualls, Russell (rqualls@uidaho.edu)" userId="e453e683-8dec-4452-8085-c250617f6e5b" providerId="ADAL" clId="{BB055ED1-E282-46C0-B018-FA66AE88B88B}" dt="2026-09-01T17:33:18.284" v="535"/>
          <ac:spMkLst>
            <pc:docMk/>
            <pc:sldMk cId="977763706" sldId="260"/>
            <ac:spMk id="155" creationId="{116C6CEB-7C70-F158-C658-7AA61477DF84}"/>
          </ac:spMkLst>
        </pc:spChg>
        <pc:spChg chg="mod">
          <ac:chgData name="Qualls, Russell (rqualls@uidaho.edu)" userId="e453e683-8dec-4452-8085-c250617f6e5b" providerId="ADAL" clId="{BB055ED1-E282-46C0-B018-FA66AE88B88B}" dt="2026-09-01T17:33:18.284" v="535"/>
          <ac:spMkLst>
            <pc:docMk/>
            <pc:sldMk cId="977763706" sldId="260"/>
            <ac:spMk id="156" creationId="{1DA4EE64-F6D4-A11E-7DE3-2450EF5C5D31}"/>
          </ac:spMkLst>
        </pc:spChg>
        <pc:spChg chg="mod">
          <ac:chgData name="Qualls, Russell (rqualls@uidaho.edu)" userId="e453e683-8dec-4452-8085-c250617f6e5b" providerId="ADAL" clId="{BB055ED1-E282-46C0-B018-FA66AE88B88B}" dt="2026-09-01T17:33:21.478" v="536"/>
          <ac:spMkLst>
            <pc:docMk/>
            <pc:sldMk cId="977763706" sldId="260"/>
            <ac:spMk id="158" creationId="{D8FCEA49-834C-034B-13AF-71BB9F7E4EE7}"/>
          </ac:spMkLst>
        </pc:spChg>
        <pc:spChg chg="mod">
          <ac:chgData name="Qualls, Russell (rqualls@uidaho.edu)" userId="e453e683-8dec-4452-8085-c250617f6e5b" providerId="ADAL" clId="{BB055ED1-E282-46C0-B018-FA66AE88B88B}" dt="2026-09-01T17:33:21.478" v="536"/>
          <ac:spMkLst>
            <pc:docMk/>
            <pc:sldMk cId="977763706" sldId="260"/>
            <ac:spMk id="159" creationId="{1601DF69-8A32-86BD-B1B1-FCC6B6DE3A2F}"/>
          </ac:spMkLst>
        </pc:spChg>
        <pc:spChg chg="mod">
          <ac:chgData name="Qualls, Russell (rqualls@uidaho.edu)" userId="e453e683-8dec-4452-8085-c250617f6e5b" providerId="ADAL" clId="{BB055ED1-E282-46C0-B018-FA66AE88B88B}" dt="2026-09-01T17:33:21.478" v="536"/>
          <ac:spMkLst>
            <pc:docMk/>
            <pc:sldMk cId="977763706" sldId="260"/>
            <ac:spMk id="160" creationId="{299D56EF-1E0A-7D3A-38A8-560087E05148}"/>
          </ac:spMkLst>
        </pc:spChg>
        <pc:spChg chg="mod">
          <ac:chgData name="Qualls, Russell (rqualls@uidaho.edu)" userId="e453e683-8dec-4452-8085-c250617f6e5b" providerId="ADAL" clId="{BB055ED1-E282-46C0-B018-FA66AE88B88B}" dt="2026-09-01T17:33:21.478" v="536"/>
          <ac:spMkLst>
            <pc:docMk/>
            <pc:sldMk cId="977763706" sldId="260"/>
            <ac:spMk id="161" creationId="{7C8771EC-F9FD-9E6C-6EB8-11584C7D6E6E}"/>
          </ac:spMkLst>
        </pc:spChg>
        <pc:spChg chg="mod">
          <ac:chgData name="Qualls, Russell (rqualls@uidaho.edu)" userId="e453e683-8dec-4452-8085-c250617f6e5b" providerId="ADAL" clId="{BB055ED1-E282-46C0-B018-FA66AE88B88B}" dt="2026-09-01T17:33:21.478" v="536"/>
          <ac:spMkLst>
            <pc:docMk/>
            <pc:sldMk cId="977763706" sldId="260"/>
            <ac:spMk id="162" creationId="{3B8EA448-3D1C-734C-7462-95F2C9813A2A}"/>
          </ac:spMkLst>
        </pc:spChg>
        <pc:spChg chg="mod">
          <ac:chgData name="Qualls, Russell (rqualls@uidaho.edu)" userId="e453e683-8dec-4452-8085-c250617f6e5b" providerId="ADAL" clId="{BB055ED1-E282-46C0-B018-FA66AE88B88B}" dt="2026-09-01T17:33:21.478" v="536"/>
          <ac:spMkLst>
            <pc:docMk/>
            <pc:sldMk cId="977763706" sldId="260"/>
            <ac:spMk id="163" creationId="{A6CDDC59-EFC9-93D6-B173-2234FDBABAFE}"/>
          </ac:spMkLst>
        </pc:spChg>
        <pc:spChg chg="mod">
          <ac:chgData name="Qualls, Russell (rqualls@uidaho.edu)" userId="e453e683-8dec-4452-8085-c250617f6e5b" providerId="ADAL" clId="{BB055ED1-E282-46C0-B018-FA66AE88B88B}" dt="2026-09-01T17:33:21.478" v="536"/>
          <ac:spMkLst>
            <pc:docMk/>
            <pc:sldMk cId="977763706" sldId="260"/>
            <ac:spMk id="164" creationId="{680C6B07-9797-DB8F-69F3-CD04862C04F3}"/>
          </ac:spMkLst>
        </pc:spChg>
        <pc:spChg chg="mod">
          <ac:chgData name="Qualls, Russell (rqualls@uidaho.edu)" userId="e453e683-8dec-4452-8085-c250617f6e5b" providerId="ADAL" clId="{BB055ED1-E282-46C0-B018-FA66AE88B88B}" dt="2026-09-01T17:34:43.642" v="554"/>
          <ac:spMkLst>
            <pc:docMk/>
            <pc:sldMk cId="977763706" sldId="260"/>
            <ac:spMk id="166" creationId="{3B411D23-9AF7-4A47-9FF4-F5D185E81AC4}"/>
          </ac:spMkLst>
        </pc:spChg>
        <pc:spChg chg="mod">
          <ac:chgData name="Qualls, Russell (rqualls@uidaho.edu)" userId="e453e683-8dec-4452-8085-c250617f6e5b" providerId="ADAL" clId="{BB055ED1-E282-46C0-B018-FA66AE88B88B}" dt="2026-09-01T17:34:43.642" v="554"/>
          <ac:spMkLst>
            <pc:docMk/>
            <pc:sldMk cId="977763706" sldId="260"/>
            <ac:spMk id="167" creationId="{4A4AD51E-724C-97AA-A729-2ABDDA4B01E7}"/>
          </ac:spMkLst>
        </pc:spChg>
        <pc:spChg chg="mod">
          <ac:chgData name="Qualls, Russell (rqualls@uidaho.edu)" userId="e453e683-8dec-4452-8085-c250617f6e5b" providerId="ADAL" clId="{BB055ED1-E282-46C0-B018-FA66AE88B88B}" dt="2026-09-01T17:34:43.642" v="554"/>
          <ac:spMkLst>
            <pc:docMk/>
            <pc:sldMk cId="977763706" sldId="260"/>
            <ac:spMk id="168" creationId="{E2588C27-D4D9-8996-0014-A80225C649D2}"/>
          </ac:spMkLst>
        </pc:spChg>
        <pc:spChg chg="mod">
          <ac:chgData name="Qualls, Russell (rqualls@uidaho.edu)" userId="e453e683-8dec-4452-8085-c250617f6e5b" providerId="ADAL" clId="{BB055ED1-E282-46C0-B018-FA66AE88B88B}" dt="2026-09-01T17:34:43.642" v="554"/>
          <ac:spMkLst>
            <pc:docMk/>
            <pc:sldMk cId="977763706" sldId="260"/>
            <ac:spMk id="169" creationId="{269CC1E9-0014-4B07-3D04-3F796404A17B}"/>
          </ac:spMkLst>
        </pc:spChg>
        <pc:spChg chg="mod">
          <ac:chgData name="Qualls, Russell (rqualls@uidaho.edu)" userId="e453e683-8dec-4452-8085-c250617f6e5b" providerId="ADAL" clId="{BB055ED1-E282-46C0-B018-FA66AE88B88B}" dt="2026-09-01T17:34:43.642" v="554"/>
          <ac:spMkLst>
            <pc:docMk/>
            <pc:sldMk cId="977763706" sldId="260"/>
            <ac:spMk id="170" creationId="{7832DAAF-7D25-620D-2E9C-E94DD31CC235}"/>
          </ac:spMkLst>
        </pc:spChg>
        <pc:spChg chg="mod">
          <ac:chgData name="Qualls, Russell (rqualls@uidaho.edu)" userId="e453e683-8dec-4452-8085-c250617f6e5b" providerId="ADAL" clId="{BB055ED1-E282-46C0-B018-FA66AE88B88B}" dt="2026-09-01T17:34:43.642" v="554"/>
          <ac:spMkLst>
            <pc:docMk/>
            <pc:sldMk cId="977763706" sldId="260"/>
            <ac:spMk id="171" creationId="{EDB6E21F-6551-B0A3-007A-DC8064874488}"/>
          </ac:spMkLst>
        </pc:spChg>
        <pc:spChg chg="mod">
          <ac:chgData name="Qualls, Russell (rqualls@uidaho.edu)" userId="e453e683-8dec-4452-8085-c250617f6e5b" providerId="ADAL" clId="{BB055ED1-E282-46C0-B018-FA66AE88B88B}" dt="2026-09-01T17:34:43.642" v="554"/>
          <ac:spMkLst>
            <pc:docMk/>
            <pc:sldMk cId="977763706" sldId="260"/>
            <ac:spMk id="172" creationId="{DABA0AF8-5E40-4E3A-9BCF-ADB892E7BFA2}"/>
          </ac:spMkLst>
        </pc:spChg>
        <pc:spChg chg="mod">
          <ac:chgData name="Qualls, Russell (rqualls@uidaho.edu)" userId="e453e683-8dec-4452-8085-c250617f6e5b" providerId="ADAL" clId="{BB055ED1-E282-46C0-B018-FA66AE88B88B}" dt="2026-09-01T17:34:45.130" v="555"/>
          <ac:spMkLst>
            <pc:docMk/>
            <pc:sldMk cId="977763706" sldId="260"/>
            <ac:spMk id="174" creationId="{2A25AF85-C91C-3FA6-1D78-7EA510C5A446}"/>
          </ac:spMkLst>
        </pc:spChg>
        <pc:spChg chg="mod">
          <ac:chgData name="Qualls, Russell (rqualls@uidaho.edu)" userId="e453e683-8dec-4452-8085-c250617f6e5b" providerId="ADAL" clId="{BB055ED1-E282-46C0-B018-FA66AE88B88B}" dt="2026-09-01T17:34:45.130" v="555"/>
          <ac:spMkLst>
            <pc:docMk/>
            <pc:sldMk cId="977763706" sldId="260"/>
            <ac:spMk id="175" creationId="{B2EDF90A-1302-8E3C-544D-3BE34AC73A4E}"/>
          </ac:spMkLst>
        </pc:spChg>
        <pc:spChg chg="mod">
          <ac:chgData name="Qualls, Russell (rqualls@uidaho.edu)" userId="e453e683-8dec-4452-8085-c250617f6e5b" providerId="ADAL" clId="{BB055ED1-E282-46C0-B018-FA66AE88B88B}" dt="2026-09-01T17:34:45.130" v="555"/>
          <ac:spMkLst>
            <pc:docMk/>
            <pc:sldMk cId="977763706" sldId="260"/>
            <ac:spMk id="176" creationId="{9833BE5A-5386-F766-2DA6-C441453DCA08}"/>
          </ac:spMkLst>
        </pc:spChg>
        <pc:spChg chg="mod">
          <ac:chgData name="Qualls, Russell (rqualls@uidaho.edu)" userId="e453e683-8dec-4452-8085-c250617f6e5b" providerId="ADAL" clId="{BB055ED1-E282-46C0-B018-FA66AE88B88B}" dt="2026-09-01T17:34:45.130" v="555"/>
          <ac:spMkLst>
            <pc:docMk/>
            <pc:sldMk cId="977763706" sldId="260"/>
            <ac:spMk id="177" creationId="{A16017F5-B76B-9CBE-6ECD-A371C40C0FA2}"/>
          </ac:spMkLst>
        </pc:spChg>
        <pc:spChg chg="mod">
          <ac:chgData name="Qualls, Russell (rqualls@uidaho.edu)" userId="e453e683-8dec-4452-8085-c250617f6e5b" providerId="ADAL" clId="{BB055ED1-E282-46C0-B018-FA66AE88B88B}" dt="2026-09-01T17:34:45.130" v="555"/>
          <ac:spMkLst>
            <pc:docMk/>
            <pc:sldMk cId="977763706" sldId="260"/>
            <ac:spMk id="178" creationId="{A07F4047-D78E-7C75-281B-355CA2AF9FE4}"/>
          </ac:spMkLst>
        </pc:spChg>
        <pc:spChg chg="mod">
          <ac:chgData name="Qualls, Russell (rqualls@uidaho.edu)" userId="e453e683-8dec-4452-8085-c250617f6e5b" providerId="ADAL" clId="{BB055ED1-E282-46C0-B018-FA66AE88B88B}" dt="2026-09-01T17:34:45.130" v="555"/>
          <ac:spMkLst>
            <pc:docMk/>
            <pc:sldMk cId="977763706" sldId="260"/>
            <ac:spMk id="179" creationId="{DC5032CD-B895-2EA3-2BAC-4A4DAC355E89}"/>
          </ac:spMkLst>
        </pc:spChg>
        <pc:spChg chg="mod">
          <ac:chgData name="Qualls, Russell (rqualls@uidaho.edu)" userId="e453e683-8dec-4452-8085-c250617f6e5b" providerId="ADAL" clId="{BB055ED1-E282-46C0-B018-FA66AE88B88B}" dt="2026-09-01T17:34:45.130" v="555"/>
          <ac:spMkLst>
            <pc:docMk/>
            <pc:sldMk cId="977763706" sldId="260"/>
            <ac:spMk id="180" creationId="{1B8BC3E0-4F87-EC9E-1D9E-0F264E9DCC70}"/>
          </ac:spMkLst>
        </pc:spChg>
        <pc:spChg chg="add mod">
          <ac:chgData name="Qualls, Russell (rqualls@uidaho.edu)" userId="e453e683-8dec-4452-8085-c250617f6e5b" providerId="ADAL" clId="{BB055ED1-E282-46C0-B018-FA66AE88B88B}" dt="2026-09-01T21:56:06.464" v="2042" actId="14100"/>
          <ac:spMkLst>
            <pc:docMk/>
            <pc:sldMk cId="977763706" sldId="260"/>
            <ac:spMk id="182" creationId="{C6576B58-F2A3-6CF7-288B-8CC5F64BB407}"/>
          </ac:spMkLst>
        </pc:spChg>
        <pc:spChg chg="add mod">
          <ac:chgData name="Qualls, Russell (rqualls@uidaho.edu)" userId="e453e683-8dec-4452-8085-c250617f6e5b" providerId="ADAL" clId="{BB055ED1-E282-46C0-B018-FA66AE88B88B}" dt="2026-09-01T17:36:47.988" v="570" actId="207"/>
          <ac:spMkLst>
            <pc:docMk/>
            <pc:sldMk cId="977763706" sldId="260"/>
            <ac:spMk id="183" creationId="{85C934A5-17A4-3DA8-3E80-A92447E4FF5C}"/>
          </ac:spMkLst>
        </pc:spChg>
        <pc:spChg chg="add mod">
          <ac:chgData name="Qualls, Russell (rqualls@uidaho.edu)" userId="e453e683-8dec-4452-8085-c250617f6e5b" providerId="ADAL" clId="{BB055ED1-E282-46C0-B018-FA66AE88B88B}" dt="2026-09-01T17:37:05.634" v="574" actId="1076"/>
          <ac:spMkLst>
            <pc:docMk/>
            <pc:sldMk cId="977763706" sldId="260"/>
            <ac:spMk id="185" creationId="{7A8A06D0-11D8-FC33-6CE6-9E95642FA906}"/>
          </ac:spMkLst>
        </pc:spChg>
        <pc:spChg chg="add mod">
          <ac:chgData name="Qualls, Russell (rqualls@uidaho.edu)" userId="e453e683-8dec-4452-8085-c250617f6e5b" providerId="ADAL" clId="{BB055ED1-E282-46C0-B018-FA66AE88B88B}" dt="2026-09-01T17:37:02.091" v="573" actId="1076"/>
          <ac:spMkLst>
            <pc:docMk/>
            <pc:sldMk cId="977763706" sldId="260"/>
            <ac:spMk id="187" creationId="{D9793717-3703-8739-3A11-F8570D467529}"/>
          </ac:spMkLst>
        </pc:spChg>
        <pc:spChg chg="add mod">
          <ac:chgData name="Qualls, Russell (rqualls@uidaho.edu)" userId="e453e683-8dec-4452-8085-c250617f6e5b" providerId="ADAL" clId="{BB055ED1-E282-46C0-B018-FA66AE88B88B}" dt="2026-09-01T17:37:55.266" v="584" actId="1076"/>
          <ac:spMkLst>
            <pc:docMk/>
            <pc:sldMk cId="977763706" sldId="260"/>
            <ac:spMk id="189" creationId="{6CAD3D2B-71A6-BAFF-BA00-9D77DD27DF20}"/>
          </ac:spMkLst>
        </pc:spChg>
        <pc:spChg chg="add mod">
          <ac:chgData name="Qualls, Russell (rqualls@uidaho.edu)" userId="e453e683-8dec-4452-8085-c250617f6e5b" providerId="ADAL" clId="{BB055ED1-E282-46C0-B018-FA66AE88B88B}" dt="2026-09-01T17:38:33.407" v="593" actId="688"/>
          <ac:spMkLst>
            <pc:docMk/>
            <pc:sldMk cId="977763706" sldId="260"/>
            <ac:spMk id="191" creationId="{A0CC574E-8BEE-5D29-075E-1D8A5D90DFDD}"/>
          </ac:spMkLst>
        </pc:spChg>
        <pc:spChg chg="add mod">
          <ac:chgData name="Qualls, Russell (rqualls@uidaho.edu)" userId="e453e683-8dec-4452-8085-c250617f6e5b" providerId="ADAL" clId="{BB055ED1-E282-46C0-B018-FA66AE88B88B}" dt="2026-09-01T17:38:24.679" v="591" actId="1076"/>
          <ac:spMkLst>
            <pc:docMk/>
            <pc:sldMk cId="977763706" sldId="260"/>
            <ac:spMk id="193" creationId="{1B5B09D6-C8CD-838D-77CA-0C8136F324E1}"/>
          </ac:spMkLst>
        </pc:spChg>
        <pc:spChg chg="add mod">
          <ac:chgData name="Qualls, Russell (rqualls@uidaho.edu)" userId="e453e683-8dec-4452-8085-c250617f6e5b" providerId="ADAL" clId="{BB055ED1-E282-46C0-B018-FA66AE88B88B}" dt="2026-09-01T17:38:50.042" v="595" actId="1076"/>
          <ac:spMkLst>
            <pc:docMk/>
            <pc:sldMk cId="977763706" sldId="260"/>
            <ac:spMk id="195" creationId="{AA8BB576-4CE0-F892-30F0-530FFABFB0AC}"/>
          </ac:spMkLst>
        </pc:spChg>
        <pc:spChg chg="add mod">
          <ac:chgData name="Qualls, Russell (rqualls@uidaho.edu)" userId="e453e683-8dec-4452-8085-c250617f6e5b" providerId="ADAL" clId="{BB055ED1-E282-46C0-B018-FA66AE88B88B}" dt="2026-09-01T17:38:59.443" v="597" actId="1076"/>
          <ac:spMkLst>
            <pc:docMk/>
            <pc:sldMk cId="977763706" sldId="260"/>
            <ac:spMk id="197" creationId="{DA041271-9CEC-C21D-B41D-76D44B2E4509}"/>
          </ac:spMkLst>
        </pc:spChg>
        <pc:spChg chg="add mod">
          <ac:chgData name="Qualls, Russell (rqualls@uidaho.edu)" userId="e453e683-8dec-4452-8085-c250617f6e5b" providerId="ADAL" clId="{BB055ED1-E282-46C0-B018-FA66AE88B88B}" dt="2026-09-01T17:39:19.238" v="599" actId="1076"/>
          <ac:spMkLst>
            <pc:docMk/>
            <pc:sldMk cId="977763706" sldId="260"/>
            <ac:spMk id="199" creationId="{E5A1E84D-063A-43EB-2C40-EBE76D3CBC90}"/>
          </ac:spMkLst>
        </pc:spChg>
        <pc:grpChg chg="add mod">
          <ac:chgData name="Qualls, Russell (rqualls@uidaho.edu)" userId="e453e683-8dec-4452-8085-c250617f6e5b" providerId="ADAL" clId="{BB055ED1-E282-46C0-B018-FA66AE88B88B}" dt="2026-09-01T16:42:39.223" v="175" actId="1076"/>
          <ac:grpSpMkLst>
            <pc:docMk/>
            <pc:sldMk cId="977763706" sldId="260"/>
            <ac:grpSpMk id="16" creationId="{E382D081-732E-FAF5-A8CE-7DDF5853B1C9}"/>
          </ac:grpSpMkLst>
        </pc:grpChg>
        <pc:grpChg chg="add del mod">
          <ac:chgData name="Qualls, Russell (rqualls@uidaho.edu)" userId="e453e683-8dec-4452-8085-c250617f6e5b" providerId="ADAL" clId="{BB055ED1-E282-46C0-B018-FA66AE88B88B}" dt="2026-09-01T17:17:04.718" v="287" actId="478"/>
          <ac:grpSpMkLst>
            <pc:docMk/>
            <pc:sldMk cId="977763706" sldId="260"/>
            <ac:grpSpMk id="36" creationId="{C2127A97-48DE-850B-8458-189420944067}"/>
          </ac:grpSpMkLst>
        </pc:grpChg>
        <pc:grpChg chg="add del mod">
          <ac:chgData name="Qualls, Russell (rqualls@uidaho.edu)" userId="e453e683-8dec-4452-8085-c250617f6e5b" providerId="ADAL" clId="{BB055ED1-E282-46C0-B018-FA66AE88B88B}" dt="2026-09-01T17:16:55.340" v="286" actId="478"/>
          <ac:grpSpMkLst>
            <pc:docMk/>
            <pc:sldMk cId="977763706" sldId="260"/>
            <ac:grpSpMk id="37" creationId="{45BBEAEF-9FCF-1A68-B74E-236828E1A696}"/>
          </ac:grpSpMkLst>
        </pc:grpChg>
        <pc:grpChg chg="add del mod">
          <ac:chgData name="Qualls, Russell (rqualls@uidaho.edu)" userId="e453e683-8dec-4452-8085-c250617f6e5b" providerId="ADAL" clId="{BB055ED1-E282-46C0-B018-FA66AE88B88B}" dt="2026-09-01T17:09:19.079" v="232" actId="165"/>
          <ac:grpSpMkLst>
            <pc:docMk/>
            <pc:sldMk cId="977763706" sldId="260"/>
            <ac:grpSpMk id="46" creationId="{F8AF787D-1466-6BC0-3305-6E24DEA47438}"/>
          </ac:grpSpMkLst>
        </pc:grpChg>
        <pc:grpChg chg="add del mod">
          <ac:chgData name="Qualls, Russell (rqualls@uidaho.edu)" userId="e453e683-8dec-4452-8085-c250617f6e5b" providerId="ADAL" clId="{BB055ED1-E282-46C0-B018-FA66AE88B88B}" dt="2026-09-01T17:33:29.102" v="538" actId="478"/>
          <ac:grpSpMkLst>
            <pc:docMk/>
            <pc:sldMk cId="977763706" sldId="260"/>
            <ac:grpSpMk id="51" creationId="{F5877BFB-8E5D-6789-560F-116C92175981}"/>
          </ac:grpSpMkLst>
        </pc:grpChg>
        <pc:grpChg chg="add del mod">
          <ac:chgData name="Qualls, Russell (rqualls@uidaho.edu)" userId="e453e683-8dec-4452-8085-c250617f6e5b" providerId="ADAL" clId="{BB055ED1-E282-46C0-B018-FA66AE88B88B}" dt="2026-09-01T17:33:30.072" v="539" actId="478"/>
          <ac:grpSpMkLst>
            <pc:docMk/>
            <pc:sldMk cId="977763706" sldId="260"/>
            <ac:grpSpMk id="52" creationId="{C55EDC5E-38C0-552A-B822-1EEA5E24ABD6}"/>
          </ac:grpSpMkLst>
        </pc:grpChg>
        <pc:grpChg chg="add del mod">
          <ac:chgData name="Qualls, Russell (rqualls@uidaho.edu)" userId="e453e683-8dec-4452-8085-c250617f6e5b" providerId="ADAL" clId="{BB055ED1-E282-46C0-B018-FA66AE88B88B}" dt="2026-09-01T17:21:31.138" v="320" actId="165"/>
          <ac:grpSpMkLst>
            <pc:docMk/>
            <pc:sldMk cId="977763706" sldId="260"/>
            <ac:grpSpMk id="69" creationId="{936A6F55-7B1E-9C54-15E1-0483FFA1523B}"/>
          </ac:grpSpMkLst>
        </pc:grpChg>
        <pc:grpChg chg="add mod">
          <ac:chgData name="Qualls, Russell (rqualls@uidaho.edu)" userId="e453e683-8dec-4452-8085-c250617f6e5b" providerId="ADAL" clId="{BB055ED1-E282-46C0-B018-FA66AE88B88B}" dt="2026-09-01T17:22:12.814" v="324" actId="164"/>
          <ac:grpSpMkLst>
            <pc:docMk/>
            <pc:sldMk cId="977763706" sldId="260"/>
            <ac:grpSpMk id="70" creationId="{C959C7BA-C627-882D-117F-12DD301E60E8}"/>
          </ac:grpSpMkLst>
        </pc:grpChg>
        <pc:grpChg chg="add mod ord">
          <ac:chgData name="Qualls, Russell (rqualls@uidaho.edu)" userId="e453e683-8dec-4452-8085-c250617f6e5b" providerId="ADAL" clId="{BB055ED1-E282-46C0-B018-FA66AE88B88B}" dt="2026-09-01T17:22:12.814" v="324" actId="164"/>
          <ac:grpSpMkLst>
            <pc:docMk/>
            <pc:sldMk cId="977763706" sldId="260"/>
            <ac:grpSpMk id="71" creationId="{C3EC2089-A93C-6191-D187-F965BA59E7C6}"/>
          </ac:grpSpMkLst>
        </pc:grpChg>
        <pc:grpChg chg="add del mod ord">
          <ac:chgData name="Qualls, Russell (rqualls@uidaho.edu)" userId="e453e683-8dec-4452-8085-c250617f6e5b" providerId="ADAL" clId="{BB055ED1-E282-46C0-B018-FA66AE88B88B}" dt="2026-09-01T17:19:17.208" v="304" actId="165"/>
          <ac:grpSpMkLst>
            <pc:docMk/>
            <pc:sldMk cId="977763706" sldId="260"/>
            <ac:grpSpMk id="72" creationId="{9DB5BDC7-EF9C-4262-09A7-DA2EB2605924}"/>
          </ac:grpSpMkLst>
        </pc:grpChg>
        <pc:grpChg chg="add mod ord">
          <ac:chgData name="Qualls, Russell (rqualls@uidaho.edu)" userId="e453e683-8dec-4452-8085-c250617f6e5b" providerId="ADAL" clId="{BB055ED1-E282-46C0-B018-FA66AE88B88B}" dt="2026-09-01T17:22:12.814" v="324" actId="164"/>
          <ac:grpSpMkLst>
            <pc:docMk/>
            <pc:sldMk cId="977763706" sldId="260"/>
            <ac:grpSpMk id="73" creationId="{0F2376F3-3D22-7BFE-9E81-BB64E8754A64}"/>
          </ac:grpSpMkLst>
        </pc:grpChg>
        <pc:grpChg chg="add mod ord">
          <ac:chgData name="Qualls, Russell (rqualls@uidaho.edu)" userId="e453e683-8dec-4452-8085-c250617f6e5b" providerId="ADAL" clId="{BB055ED1-E282-46C0-B018-FA66AE88B88B}" dt="2026-09-01T17:22:12.814" v="324" actId="164"/>
          <ac:grpSpMkLst>
            <pc:docMk/>
            <pc:sldMk cId="977763706" sldId="260"/>
            <ac:grpSpMk id="76" creationId="{73CD2FFD-6A98-2C1C-5CC1-F6A43BE3ED8E}"/>
          </ac:grpSpMkLst>
        </pc:grpChg>
        <pc:grpChg chg="add mod">
          <ac:chgData name="Qualls, Russell (rqualls@uidaho.edu)" userId="e453e683-8dec-4452-8085-c250617f6e5b" providerId="ADAL" clId="{BB055ED1-E282-46C0-B018-FA66AE88B88B}" dt="2026-09-01T17:25:08.772" v="354" actId="1076"/>
          <ac:grpSpMkLst>
            <pc:docMk/>
            <pc:sldMk cId="977763706" sldId="260"/>
            <ac:grpSpMk id="77" creationId="{9F85D918-E878-0032-7496-84562D805B66}"/>
          </ac:grpSpMkLst>
        </pc:grpChg>
        <pc:grpChg chg="del mod">
          <ac:chgData name="Qualls, Russell (rqualls@uidaho.edu)" userId="e453e683-8dec-4452-8085-c250617f6e5b" providerId="ADAL" clId="{BB055ED1-E282-46C0-B018-FA66AE88B88B}" dt="2026-09-01T17:22:53.705" v="331" actId="478"/>
          <ac:grpSpMkLst>
            <pc:docMk/>
            <pc:sldMk cId="977763706" sldId="260"/>
            <ac:grpSpMk id="78" creationId="{7F6AD046-483E-BFEC-780C-8ADF5576F5E0}"/>
          </ac:grpSpMkLst>
        </pc:grpChg>
        <pc:grpChg chg="mod">
          <ac:chgData name="Qualls, Russell (rqualls@uidaho.edu)" userId="e453e683-8dec-4452-8085-c250617f6e5b" providerId="ADAL" clId="{BB055ED1-E282-46C0-B018-FA66AE88B88B}" dt="2026-09-01T17:32:55.090" v="533" actId="1076"/>
          <ac:grpSpMkLst>
            <pc:docMk/>
            <pc:sldMk cId="977763706" sldId="260"/>
            <ac:grpSpMk id="93" creationId="{28741CAC-B738-3741-0733-F0665B3B3656}"/>
          </ac:grpSpMkLst>
        </pc:grpChg>
        <pc:grpChg chg="mod">
          <ac:chgData name="Qualls, Russell (rqualls@uidaho.edu)" userId="e453e683-8dec-4452-8085-c250617f6e5b" providerId="ADAL" clId="{BB055ED1-E282-46C0-B018-FA66AE88B88B}" dt="2026-09-01T17:33:01.132" v="534" actId="1076"/>
          <ac:grpSpMkLst>
            <pc:docMk/>
            <pc:sldMk cId="977763706" sldId="260"/>
            <ac:grpSpMk id="108" creationId="{5B8BADE1-B0AA-97DE-7E32-9271F391ABBE}"/>
          </ac:grpSpMkLst>
        </pc:grpChg>
        <pc:grpChg chg="add del mod">
          <ac:chgData name="Qualls, Russell (rqualls@uidaho.edu)" userId="e453e683-8dec-4452-8085-c250617f6e5b" providerId="ADAL" clId="{BB055ED1-E282-46C0-B018-FA66AE88B88B}" dt="2026-09-01T17:34:26.673" v="552" actId="478"/>
          <ac:grpSpMkLst>
            <pc:docMk/>
            <pc:sldMk cId="977763706" sldId="260"/>
            <ac:grpSpMk id="143" creationId="{A45D599C-147D-2E4A-EF2D-4D4A705CB2E8}"/>
          </ac:grpSpMkLst>
        </pc:grpChg>
        <pc:grpChg chg="add mod">
          <ac:chgData name="Qualls, Russell (rqualls@uidaho.edu)" userId="e453e683-8dec-4452-8085-c250617f6e5b" providerId="ADAL" clId="{BB055ED1-E282-46C0-B018-FA66AE88B88B}" dt="2026-09-01T17:34:38.556" v="553" actId="1076"/>
          <ac:grpSpMkLst>
            <pc:docMk/>
            <pc:sldMk cId="977763706" sldId="260"/>
            <ac:grpSpMk id="149" creationId="{DA144756-53A6-205A-EF48-948253A86F70}"/>
          </ac:grpSpMkLst>
        </pc:grpChg>
        <pc:grpChg chg="add del mod">
          <ac:chgData name="Qualls, Russell (rqualls@uidaho.edu)" userId="e453e683-8dec-4452-8085-c250617f6e5b" providerId="ADAL" clId="{BB055ED1-E282-46C0-B018-FA66AE88B88B}" dt="2026-09-01T17:34:25.040" v="551" actId="478"/>
          <ac:grpSpMkLst>
            <pc:docMk/>
            <pc:sldMk cId="977763706" sldId="260"/>
            <ac:grpSpMk id="157" creationId="{5218E70E-1178-E1E6-3B39-9ED68B60BBBE}"/>
          </ac:grpSpMkLst>
        </pc:grpChg>
        <pc:grpChg chg="add mod">
          <ac:chgData name="Qualls, Russell (rqualls@uidaho.edu)" userId="e453e683-8dec-4452-8085-c250617f6e5b" providerId="ADAL" clId="{BB055ED1-E282-46C0-B018-FA66AE88B88B}" dt="2026-09-01T17:35:03.418" v="557" actId="1076"/>
          <ac:grpSpMkLst>
            <pc:docMk/>
            <pc:sldMk cId="977763706" sldId="260"/>
            <ac:grpSpMk id="165" creationId="{576CDC27-227E-DD89-205F-42D23A63115D}"/>
          </ac:grpSpMkLst>
        </pc:grpChg>
        <pc:grpChg chg="add mod">
          <ac:chgData name="Qualls, Russell (rqualls@uidaho.edu)" userId="e453e683-8dec-4452-8085-c250617f6e5b" providerId="ADAL" clId="{BB055ED1-E282-46C0-B018-FA66AE88B88B}" dt="2026-09-01T17:35:07.171" v="558" actId="1076"/>
          <ac:grpSpMkLst>
            <pc:docMk/>
            <pc:sldMk cId="977763706" sldId="260"/>
            <ac:grpSpMk id="173" creationId="{14846662-FB66-672E-C665-55652C4BC9D7}"/>
          </ac:grpSpMkLst>
        </pc:grpChg>
        <pc:picChg chg="add del mod">
          <ac:chgData name="Qualls, Russell (rqualls@uidaho.edu)" userId="e453e683-8dec-4452-8085-c250617f6e5b" providerId="ADAL" clId="{BB055ED1-E282-46C0-B018-FA66AE88B88B}" dt="2026-09-01T16:37:31.440" v="165" actId="27803"/>
          <ac:picMkLst>
            <pc:docMk/>
            <pc:sldMk cId="977763706" sldId="260"/>
            <ac:picMk id="26" creationId="{EF28451E-A7D3-42B1-132A-FCABD1399F3A}"/>
          </ac:picMkLst>
        </pc:picChg>
        <pc:picChg chg="add del mod">
          <ac:chgData name="Qualls, Russell (rqualls@uidaho.edu)" userId="e453e683-8dec-4452-8085-c250617f6e5b" providerId="ADAL" clId="{BB055ED1-E282-46C0-B018-FA66AE88B88B}" dt="2026-09-01T16:37:31.440" v="165" actId="27803"/>
          <ac:picMkLst>
            <pc:docMk/>
            <pc:sldMk cId="977763706" sldId="260"/>
            <ac:picMk id="28" creationId="{92FE715C-7386-3F8B-39DC-92988AA6F7A2}"/>
          </ac:picMkLst>
        </pc:picChg>
        <pc:picChg chg="add mod">
          <ac:chgData name="Qualls, Russell (rqualls@uidaho.edu)" userId="e453e683-8dec-4452-8085-c250617f6e5b" providerId="ADAL" clId="{BB055ED1-E282-46C0-B018-FA66AE88B88B}" dt="2026-09-01T16:51:46.607" v="194" actId="1076"/>
          <ac:picMkLst>
            <pc:docMk/>
            <pc:sldMk cId="977763706" sldId="260"/>
            <ac:picMk id="32" creationId="{83A2F0A1-FBA0-9E3B-BE8B-52EFF8A88AC6}"/>
          </ac:picMkLst>
        </pc:picChg>
        <pc:picChg chg="del mod topLvl">
          <ac:chgData name="Qualls, Russell (rqualls@uidaho.edu)" userId="e453e683-8dec-4452-8085-c250617f6e5b" providerId="ADAL" clId="{BB055ED1-E282-46C0-B018-FA66AE88B88B}" dt="2026-09-01T17:16:55.340" v="286" actId="478"/>
          <ac:picMkLst>
            <pc:docMk/>
            <pc:sldMk cId="977763706" sldId="260"/>
            <ac:picMk id="39" creationId="{C6983706-FE75-CA07-3614-98A8FAC9E0B0}"/>
          </ac:picMkLst>
        </pc:picChg>
        <pc:picChg chg="del mod topLvl">
          <ac:chgData name="Qualls, Russell (rqualls@uidaho.edu)" userId="e453e683-8dec-4452-8085-c250617f6e5b" providerId="ADAL" clId="{BB055ED1-E282-46C0-B018-FA66AE88B88B}" dt="2026-09-01T17:09:30.760" v="234" actId="27803"/>
          <ac:picMkLst>
            <pc:docMk/>
            <pc:sldMk cId="977763706" sldId="260"/>
            <ac:picMk id="49" creationId="{CA715E94-DAF5-D777-72BB-CA1AD5E17912}"/>
          </ac:picMkLst>
        </pc:picChg>
      </pc:sldChg>
      <pc:sldChg chg="addSp delSp modSp new mod ord">
        <pc:chgData name="Qualls, Russell (rqualls@uidaho.edu)" userId="e453e683-8dec-4452-8085-c250617f6e5b" providerId="ADAL" clId="{BB055ED1-E282-46C0-B018-FA66AE88B88B}" dt="2026-09-01T22:03:31.052" v="2057" actId="113"/>
        <pc:sldMkLst>
          <pc:docMk/>
          <pc:sldMk cId="4219618323" sldId="261"/>
        </pc:sldMkLst>
        <pc:spChg chg="mod">
          <ac:chgData name="Qualls, Russell (rqualls@uidaho.edu)" userId="e453e683-8dec-4452-8085-c250617f6e5b" providerId="ADAL" clId="{BB055ED1-E282-46C0-B018-FA66AE88B88B}" dt="2026-09-01T17:48:18.610" v="688" actId="403"/>
          <ac:spMkLst>
            <pc:docMk/>
            <pc:sldMk cId="4219618323" sldId="261"/>
            <ac:spMk id="2" creationId="{C2D05E6C-7AFF-7C46-5186-C0F1D19A4E8E}"/>
          </ac:spMkLst>
        </pc:spChg>
        <pc:spChg chg="del">
          <ac:chgData name="Qualls, Russell (rqualls@uidaho.edu)" userId="e453e683-8dec-4452-8085-c250617f6e5b" providerId="ADAL" clId="{BB055ED1-E282-46C0-B018-FA66AE88B88B}" dt="2026-09-01T17:42:48.085" v="611" actId="931"/>
          <ac:spMkLst>
            <pc:docMk/>
            <pc:sldMk cId="4219618323" sldId="261"/>
            <ac:spMk id="3" creationId="{1CD52077-2EDD-C497-F781-91F5F125D27F}"/>
          </ac:spMkLst>
        </pc:spChg>
        <pc:spChg chg="add mod">
          <ac:chgData name="Qualls, Russell (rqualls@uidaho.edu)" userId="e453e683-8dec-4452-8085-c250617f6e5b" providerId="ADAL" clId="{BB055ED1-E282-46C0-B018-FA66AE88B88B}" dt="2026-09-01T18:06:16.543" v="978" actId="1076"/>
          <ac:spMkLst>
            <pc:docMk/>
            <pc:sldMk cId="4219618323" sldId="261"/>
            <ac:spMk id="8" creationId="{9969B96D-382B-C708-1C3E-914C71012A04}"/>
          </ac:spMkLst>
        </pc:spChg>
        <pc:spChg chg="add mod">
          <ac:chgData name="Qualls, Russell (rqualls@uidaho.edu)" userId="e453e683-8dec-4452-8085-c250617f6e5b" providerId="ADAL" clId="{BB055ED1-E282-46C0-B018-FA66AE88B88B}" dt="2026-09-01T22:03:23.214" v="2056" actId="113"/>
          <ac:spMkLst>
            <pc:docMk/>
            <pc:sldMk cId="4219618323" sldId="261"/>
            <ac:spMk id="9" creationId="{813EC6D7-12FC-6541-E6B0-EBB18C2BDB57}"/>
          </ac:spMkLst>
        </pc:spChg>
        <pc:spChg chg="add mod">
          <ac:chgData name="Qualls, Russell (rqualls@uidaho.edu)" userId="e453e683-8dec-4452-8085-c250617f6e5b" providerId="ADAL" clId="{BB055ED1-E282-46C0-B018-FA66AE88B88B}" dt="2026-09-01T22:03:31.052" v="2057" actId="113"/>
          <ac:spMkLst>
            <pc:docMk/>
            <pc:sldMk cId="4219618323" sldId="261"/>
            <ac:spMk id="11" creationId="{95D8FE74-0EE5-984F-08FD-089004E8931D}"/>
          </ac:spMkLst>
        </pc:spChg>
        <pc:spChg chg="add del mod">
          <ac:chgData name="Qualls, Russell (rqualls@uidaho.edu)" userId="e453e683-8dec-4452-8085-c250617f6e5b" providerId="ADAL" clId="{BB055ED1-E282-46C0-B018-FA66AE88B88B}" dt="2026-09-01T18:15:01.247" v="1056"/>
          <ac:spMkLst>
            <pc:docMk/>
            <pc:sldMk cId="4219618323" sldId="261"/>
            <ac:spMk id="12" creationId="{16541301-8EE6-CF86-19D6-3AD3FE045ED7}"/>
          </ac:spMkLst>
        </pc:spChg>
        <pc:picChg chg="add mod">
          <ac:chgData name="Qualls, Russell (rqualls@uidaho.edu)" userId="e453e683-8dec-4452-8085-c250617f6e5b" providerId="ADAL" clId="{BB055ED1-E282-46C0-B018-FA66AE88B88B}" dt="2026-09-01T18:07:30.036" v="1003" actId="1076"/>
          <ac:picMkLst>
            <pc:docMk/>
            <pc:sldMk cId="4219618323" sldId="261"/>
            <ac:picMk id="5" creationId="{B7FE0C2F-2A37-53C0-F0A1-7619F080ECA0}"/>
          </ac:picMkLst>
        </pc:picChg>
        <pc:picChg chg="add mod">
          <ac:chgData name="Qualls, Russell (rqualls@uidaho.edu)" userId="e453e683-8dec-4452-8085-c250617f6e5b" providerId="ADAL" clId="{BB055ED1-E282-46C0-B018-FA66AE88B88B}" dt="2026-09-01T18:07:39.295" v="1004" actId="1076"/>
          <ac:picMkLst>
            <pc:docMk/>
            <pc:sldMk cId="4219618323" sldId="261"/>
            <ac:picMk id="7" creationId="{FA7BC743-4E41-C40C-B571-10948C4B4A34}"/>
          </ac:picMkLst>
        </pc:picChg>
      </pc:sldChg>
      <pc:sldChg chg="addSp modSp new mod">
        <pc:chgData name="Qualls, Russell (rqualls@uidaho.edu)" userId="e453e683-8dec-4452-8085-c250617f6e5b" providerId="ADAL" clId="{BB055ED1-E282-46C0-B018-FA66AE88B88B}" dt="2026-09-01T22:05:43.444" v="2105" actId="20577"/>
        <pc:sldMkLst>
          <pc:docMk/>
          <pc:sldMk cId="1943636616" sldId="262"/>
        </pc:sldMkLst>
        <pc:spChg chg="mod">
          <ac:chgData name="Qualls, Russell (rqualls@uidaho.edu)" userId="e453e683-8dec-4452-8085-c250617f6e5b" providerId="ADAL" clId="{BB055ED1-E282-46C0-B018-FA66AE88B88B}" dt="2026-09-01T18:50:59.530" v="1889" actId="1076"/>
          <ac:spMkLst>
            <pc:docMk/>
            <pc:sldMk cId="1943636616" sldId="262"/>
            <ac:spMk id="2" creationId="{6FE59B25-E360-1DD0-5ED0-586C6E4A294C}"/>
          </ac:spMkLst>
        </pc:spChg>
        <pc:spChg chg="mod">
          <ac:chgData name="Qualls, Russell (rqualls@uidaho.edu)" userId="e453e683-8dec-4452-8085-c250617f6e5b" providerId="ADAL" clId="{BB055ED1-E282-46C0-B018-FA66AE88B88B}" dt="2026-09-01T22:05:43.444" v="2105" actId="20577"/>
          <ac:spMkLst>
            <pc:docMk/>
            <pc:sldMk cId="1943636616" sldId="262"/>
            <ac:spMk id="3" creationId="{639A9E78-47A7-EC74-2960-EC63C3C44E26}"/>
          </ac:spMkLst>
        </pc:spChg>
        <pc:picChg chg="add mod ord">
          <ac:chgData name="Qualls, Russell (rqualls@uidaho.edu)" userId="e453e683-8dec-4452-8085-c250617f6e5b" providerId="ADAL" clId="{BB055ED1-E282-46C0-B018-FA66AE88B88B}" dt="2026-09-01T22:04:24.950" v="2058" actId="167"/>
          <ac:picMkLst>
            <pc:docMk/>
            <pc:sldMk cId="1943636616" sldId="262"/>
            <ac:picMk id="5" creationId="{A15B79A7-C663-FEFB-A3FF-BDD1A2F48D3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5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48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2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2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57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9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55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7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2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0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73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3850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95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65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33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0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3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11C62CA-8A8D-4A1E-83DC-55B0A4E4C8D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03D82-91EC-4386-82D4-94BA254E2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40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gupubs.onlinelibrary.wiley.com/doi/10.1029/2018WR024546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7C15-0E13-A0F1-381D-6BE6A8408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28393" y="866997"/>
            <a:ext cx="9969149" cy="33295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Web-Based </a:t>
            </a:r>
            <a:br>
              <a:rPr lang="en-US" b="1" dirty="0"/>
            </a:br>
            <a:r>
              <a:rPr lang="en-US" b="1" dirty="0"/>
              <a:t>Satellite-Observed Mountain Snow-Cover Visualization Tool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14DA9-244F-E86C-1C40-57A504F86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765" y="4478518"/>
            <a:ext cx="7649613" cy="1542661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University of Idaho Capstone Project</a:t>
            </a:r>
          </a:p>
          <a:p>
            <a:pPr algn="ctr"/>
            <a:r>
              <a:rPr lang="en-US" sz="2400" dirty="0"/>
              <a:t>2026-27</a:t>
            </a:r>
          </a:p>
          <a:p>
            <a:pPr algn="ctr"/>
            <a:r>
              <a:rPr lang="en-US" sz="2400" dirty="0"/>
              <a:t>Sponsor: Dr. Russell Qualls, BE</a:t>
            </a:r>
          </a:p>
          <a:p>
            <a:pPr algn="ctr"/>
            <a:r>
              <a:rPr lang="en-US" sz="2400" dirty="0"/>
              <a:t>rqualls@uidaho.edu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A341E-8F00-3F33-3572-72B9E9D86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659" y="3935399"/>
            <a:ext cx="343852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16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5B79A7-C663-FEFB-A3FF-BDD1A2F48D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-51320" y="-333955"/>
            <a:ext cx="12243320" cy="81622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E59B25-E360-1DD0-5ED0-586C6E4A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55" y="182374"/>
            <a:ext cx="9404723" cy="1105738"/>
          </a:xfrm>
        </p:spPr>
        <p:txBody>
          <a:bodyPr/>
          <a:lstStyle/>
          <a:p>
            <a:r>
              <a:rPr lang="en-US" dirty="0"/>
              <a:t>Project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A9E78-47A7-EC74-2960-EC63C3C44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55" y="1038152"/>
            <a:ext cx="10942916" cy="5637474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Idaho Agriculture: 10’s of billions of dollars annually</a:t>
            </a:r>
          </a:p>
          <a:p>
            <a:r>
              <a:rPr lang="en-US" dirty="0">
                <a:solidFill>
                  <a:srgbClr val="FFFF00"/>
                </a:solidFill>
              </a:rPr>
              <a:t>&gt;75% Water Supply from mountain snowpack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 Irrigation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Snow affects water supply/drought</a:t>
            </a:r>
          </a:p>
          <a:p>
            <a:r>
              <a:rPr lang="en-US" dirty="0">
                <a:solidFill>
                  <a:srgbClr val="FFFF00"/>
                </a:solidFill>
              </a:rPr>
              <a:t>Satellite Snow Cover/Clouds</a:t>
            </a:r>
          </a:p>
          <a:p>
            <a:r>
              <a:rPr lang="en-US" dirty="0">
                <a:solidFill>
                  <a:srgbClr val="FFFF00"/>
                </a:solidFill>
              </a:rPr>
              <a:t>Project Identifies Progression of Mou </a:t>
            </a:r>
            <a:r>
              <a:rPr lang="en-US" dirty="0" err="1">
                <a:solidFill>
                  <a:srgbClr val="FFFF00"/>
                </a:solidFill>
              </a:rPr>
              <a:t>ntain</a:t>
            </a:r>
            <a:r>
              <a:rPr lang="en-US" dirty="0">
                <a:solidFill>
                  <a:srgbClr val="FFFF00"/>
                </a:solidFill>
              </a:rPr>
              <a:t> Snowmelt through Spring Snowmelt Period</a:t>
            </a:r>
          </a:p>
          <a:p>
            <a:r>
              <a:rPr lang="en-US" dirty="0">
                <a:solidFill>
                  <a:srgbClr val="FFFF00"/>
                </a:solidFill>
              </a:rPr>
              <a:t>Many Interested End-Users: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NASA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SNOTEL (NRCS Snow Telemetry Stations)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Idaho Department of Water Resources (drought assessment; water management)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Idaho Office of Emergency Management (Drought assessment and mitigation)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US Army Corps of Engineers (reservoir operations)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Idaho Power (reservoir operations)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Pacific Northwest Drought Early Warning System Committee (PNW DEWS)</a:t>
            </a:r>
          </a:p>
        </p:txBody>
      </p:sp>
    </p:spTree>
    <p:extLst>
      <p:ext uri="{BB962C8B-B14F-4D97-AF65-F5344CB8AC3E}">
        <p14:creationId xmlns:p14="http://schemas.microsoft.com/office/powerpoint/2010/main" val="194363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D0F28-04C9-83B3-B901-F96AC2656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9911" y="1331259"/>
            <a:ext cx="6152621" cy="4195481"/>
          </a:xfrm>
        </p:spPr>
        <p:txBody>
          <a:bodyPr/>
          <a:lstStyle/>
          <a:p>
            <a:r>
              <a:rPr lang="en-US" sz="2400" b="1" dirty="0"/>
              <a:t>Scope</a:t>
            </a:r>
            <a:r>
              <a:rPr lang="en-US" sz="2400" dirty="0"/>
              <a:t>: Develop a web-based visualization tool to retrieve remotely sensed satellite snow cover data and calculate and display the interannually recurring snowmelt pattern for user-selected mountainous watersheds in Idaho.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07D9D-01E6-3424-FBE4-D62C772AE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1" y="68484"/>
            <a:ext cx="4999816" cy="6696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FC3536-4AF4-C61C-E47A-1B03EF7E07E5}"/>
              </a:ext>
            </a:extLst>
          </p:cNvPr>
          <p:cNvSpPr txBox="1"/>
          <p:nvPr/>
        </p:nvSpPr>
        <p:spPr>
          <a:xfrm>
            <a:off x="5273697" y="5235019"/>
            <a:ext cx="6725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1. Example of the Interannually-recurring snowmelt pattern generated for the Snake River Headwaters. Darker colors indicate earlier melt, and lighter colors indicate later melt during the spring snowmelt period (</a:t>
            </a:r>
            <a:r>
              <a:rPr lang="en-US" u="sng" dirty="0">
                <a:hlinkClick r:id="rId3"/>
              </a:rPr>
              <a:t>Woodruff &amp; Qualls, 2019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21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F39B-09DE-F8B1-74F1-E69C15120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945" y="84839"/>
            <a:ext cx="6211889" cy="1400530"/>
          </a:xfrm>
        </p:spPr>
        <p:txBody>
          <a:bodyPr/>
          <a:lstStyle/>
          <a:p>
            <a:r>
              <a:rPr lang="en-US" sz="3600" dirty="0"/>
              <a:t>Idaho Watershed Boundaries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95D55F-59D7-57EA-E7BB-2E58592EF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95" y="206734"/>
            <a:ext cx="5044483" cy="65346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E2938D-9BD4-2267-E220-1ABD02951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090" y="2100955"/>
            <a:ext cx="5943369" cy="45950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CC1D62-C7CC-7CC5-E555-67B6AB03A65A}"/>
              </a:ext>
            </a:extLst>
          </p:cNvPr>
          <p:cNvSpPr txBox="1"/>
          <p:nvPr/>
        </p:nvSpPr>
        <p:spPr>
          <a:xfrm>
            <a:off x="5312945" y="1531552"/>
            <a:ext cx="6719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Watershed Example: Boise River Basin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6718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84BA-9D3B-992D-F017-58BA307E5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594" y="-13752"/>
            <a:ext cx="5007162" cy="885244"/>
          </a:xfrm>
        </p:spPr>
        <p:txBody>
          <a:bodyPr/>
          <a:lstStyle/>
          <a:p>
            <a:r>
              <a:rPr lang="en-US" sz="3600" dirty="0"/>
              <a:t>Web Tool Workflow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82D081-732E-FAF5-A8CE-7DDF5853B1C9}"/>
              </a:ext>
            </a:extLst>
          </p:cNvPr>
          <p:cNvGrpSpPr/>
          <p:nvPr/>
        </p:nvGrpSpPr>
        <p:grpSpPr>
          <a:xfrm>
            <a:off x="254441" y="610761"/>
            <a:ext cx="1332575" cy="1302689"/>
            <a:chOff x="532737" y="2321781"/>
            <a:chExt cx="1332575" cy="130268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2B269C-B42C-A25C-4351-6BEDBD64DADC}"/>
                </a:ext>
              </a:extLst>
            </p:cNvPr>
            <p:cNvSpPr/>
            <p:nvPr/>
          </p:nvSpPr>
          <p:spPr>
            <a:xfrm>
              <a:off x="532737" y="2321781"/>
              <a:ext cx="570575" cy="540689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B29D57-E0C3-DB4C-8CA7-A70369F8EAA6}"/>
                </a:ext>
              </a:extLst>
            </p:cNvPr>
            <p:cNvSpPr/>
            <p:nvPr/>
          </p:nvSpPr>
          <p:spPr>
            <a:xfrm>
              <a:off x="685137" y="2474181"/>
              <a:ext cx="570575" cy="540689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24DD64-3355-B8A5-D05F-2D7C694205EA}"/>
                </a:ext>
              </a:extLst>
            </p:cNvPr>
            <p:cNvSpPr/>
            <p:nvPr/>
          </p:nvSpPr>
          <p:spPr>
            <a:xfrm>
              <a:off x="837537" y="2626581"/>
              <a:ext cx="570575" cy="540689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E87754C-B2BA-2A54-581C-DB073215921F}"/>
                </a:ext>
              </a:extLst>
            </p:cNvPr>
            <p:cNvSpPr/>
            <p:nvPr/>
          </p:nvSpPr>
          <p:spPr>
            <a:xfrm>
              <a:off x="989937" y="2778981"/>
              <a:ext cx="570575" cy="540689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1965BA-0DD6-E1E7-2E88-4A0595AAA441}"/>
                </a:ext>
              </a:extLst>
            </p:cNvPr>
            <p:cNvSpPr/>
            <p:nvPr/>
          </p:nvSpPr>
          <p:spPr>
            <a:xfrm>
              <a:off x="1142337" y="2931381"/>
              <a:ext cx="570575" cy="540689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87CED-6546-DF42-965A-A6E1EC37C703}"/>
                </a:ext>
              </a:extLst>
            </p:cNvPr>
            <p:cNvSpPr/>
            <p:nvPr/>
          </p:nvSpPr>
          <p:spPr>
            <a:xfrm>
              <a:off x="1294737" y="3083781"/>
              <a:ext cx="570575" cy="540689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BDC04CB-3E12-3B25-4881-62508A992395}"/>
              </a:ext>
            </a:extLst>
          </p:cNvPr>
          <p:cNvSpPr/>
          <p:nvPr/>
        </p:nvSpPr>
        <p:spPr>
          <a:xfrm>
            <a:off x="6696563" y="2415313"/>
            <a:ext cx="1644960" cy="163701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493EB3-0B1D-A0FD-77D6-F5740E212752}"/>
              </a:ext>
            </a:extLst>
          </p:cNvPr>
          <p:cNvSpPr/>
          <p:nvPr/>
        </p:nvSpPr>
        <p:spPr>
          <a:xfrm>
            <a:off x="1116308" y="1563802"/>
            <a:ext cx="113708" cy="8969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42713F-7D86-F90A-A549-93C3949B5B5D}"/>
              </a:ext>
            </a:extLst>
          </p:cNvPr>
          <p:cNvSpPr/>
          <p:nvPr/>
        </p:nvSpPr>
        <p:spPr>
          <a:xfrm>
            <a:off x="3915842" y="705803"/>
            <a:ext cx="1292262" cy="1274509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F85D918-E878-0032-7496-84562D805B66}"/>
              </a:ext>
            </a:extLst>
          </p:cNvPr>
          <p:cNvGrpSpPr/>
          <p:nvPr/>
        </p:nvGrpSpPr>
        <p:grpSpPr>
          <a:xfrm>
            <a:off x="200942" y="205072"/>
            <a:ext cx="1898557" cy="1908813"/>
            <a:chOff x="340629" y="2398355"/>
            <a:chExt cx="2613374" cy="242847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738895E-1DF2-93CF-04AB-82963B7E05CD}"/>
                </a:ext>
              </a:extLst>
            </p:cNvPr>
            <p:cNvSpPr/>
            <p:nvPr/>
          </p:nvSpPr>
          <p:spPr>
            <a:xfrm>
              <a:off x="340629" y="2398355"/>
              <a:ext cx="1476784" cy="1383153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959C7BA-C627-882D-117F-12DD301E60E8}"/>
                </a:ext>
              </a:extLst>
            </p:cNvPr>
            <p:cNvGrpSpPr/>
            <p:nvPr/>
          </p:nvGrpSpPr>
          <p:grpSpPr>
            <a:xfrm>
              <a:off x="539728" y="2595602"/>
              <a:ext cx="1476784" cy="1383153"/>
              <a:chOff x="2068350" y="5179985"/>
              <a:chExt cx="1476784" cy="1383153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3F2D25F-ADF7-462D-3917-A5190AEF4FDC}"/>
                  </a:ext>
                </a:extLst>
              </p:cNvPr>
              <p:cNvSpPr/>
              <p:nvPr/>
            </p:nvSpPr>
            <p:spPr>
              <a:xfrm>
                <a:off x="2068350" y="5179985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Graphic 27" descr="Cloud with solid fill">
                <a:extLst>
                  <a:ext uri="{FF2B5EF4-FFF2-40B4-BE49-F238E27FC236}">
                    <a16:creationId xmlns:a16="http://schemas.microsoft.com/office/drawing/2014/main" id="{060400D9-A1CA-A35F-E23E-5CFA80139591}"/>
                  </a:ext>
                </a:extLst>
              </p:cNvPr>
              <p:cNvSpPr/>
              <p:nvPr/>
            </p:nvSpPr>
            <p:spPr>
              <a:xfrm>
                <a:off x="2086106" y="5207241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F2376F3-3D22-7BFE-9E81-BB64E8754A64}"/>
                </a:ext>
              </a:extLst>
            </p:cNvPr>
            <p:cNvGrpSpPr/>
            <p:nvPr/>
          </p:nvGrpSpPr>
          <p:grpSpPr>
            <a:xfrm>
              <a:off x="768306" y="2792849"/>
              <a:ext cx="1476784" cy="1383153"/>
              <a:chOff x="2099710" y="5061954"/>
              <a:chExt cx="1476784" cy="138315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1AC7F81-B244-DA33-A100-C232C1D9D5AC}"/>
                  </a:ext>
                </a:extLst>
              </p:cNvPr>
              <p:cNvSpPr/>
              <p:nvPr/>
            </p:nvSpPr>
            <p:spPr>
              <a:xfrm>
                <a:off x="2099710" y="5061954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Graphic 27" descr="Cloud with solid fill">
                <a:extLst>
                  <a:ext uri="{FF2B5EF4-FFF2-40B4-BE49-F238E27FC236}">
                    <a16:creationId xmlns:a16="http://schemas.microsoft.com/office/drawing/2014/main" id="{9E8FC9A6-F868-3929-0527-1EA99F3E7641}"/>
                  </a:ext>
                </a:extLst>
              </p:cNvPr>
              <p:cNvSpPr/>
              <p:nvPr/>
            </p:nvSpPr>
            <p:spPr>
              <a:xfrm rot="18581344">
                <a:off x="1981706" y="5761758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065AAC6-AD21-D663-AA87-D707F7A3B3A0}"/>
                </a:ext>
              </a:extLst>
            </p:cNvPr>
            <p:cNvSpPr/>
            <p:nvPr/>
          </p:nvSpPr>
          <p:spPr>
            <a:xfrm>
              <a:off x="996290" y="2989009"/>
              <a:ext cx="1476784" cy="1383153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3EC2089-A93C-6191-D187-F965BA59E7C6}"/>
                </a:ext>
              </a:extLst>
            </p:cNvPr>
            <p:cNvGrpSpPr/>
            <p:nvPr/>
          </p:nvGrpSpPr>
          <p:grpSpPr>
            <a:xfrm>
              <a:off x="1196921" y="3185169"/>
              <a:ext cx="1476784" cy="1383153"/>
              <a:chOff x="1915950" y="5027585"/>
              <a:chExt cx="1476784" cy="138315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B0207A5-BEF4-CD1E-557C-A21E4FBFB45A}"/>
                  </a:ext>
                </a:extLst>
              </p:cNvPr>
              <p:cNvSpPr/>
              <p:nvPr/>
            </p:nvSpPr>
            <p:spPr>
              <a:xfrm>
                <a:off x="1915950" y="5027585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Graphic 27" descr="Cloud with solid fill">
                <a:extLst>
                  <a:ext uri="{FF2B5EF4-FFF2-40B4-BE49-F238E27FC236}">
                    <a16:creationId xmlns:a16="http://schemas.microsoft.com/office/drawing/2014/main" id="{935BFFBF-3D80-433C-803E-8FAA693567D2}"/>
                  </a:ext>
                </a:extLst>
              </p:cNvPr>
              <p:cNvSpPr/>
              <p:nvPr/>
            </p:nvSpPr>
            <p:spPr>
              <a:xfrm>
                <a:off x="2423781" y="5044353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73CD2FFD-6A98-2C1C-5CC1-F6A43BE3ED8E}"/>
                </a:ext>
              </a:extLst>
            </p:cNvPr>
            <p:cNvGrpSpPr/>
            <p:nvPr/>
          </p:nvGrpSpPr>
          <p:grpSpPr>
            <a:xfrm>
              <a:off x="1477219" y="3443672"/>
              <a:ext cx="1476784" cy="1383153"/>
              <a:chOff x="3066320" y="3039661"/>
              <a:chExt cx="1476784" cy="138315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3CFED63-98AB-0676-4CB3-F975FEBCE89E}"/>
                  </a:ext>
                </a:extLst>
              </p:cNvPr>
              <p:cNvSpPr/>
              <p:nvPr/>
            </p:nvSpPr>
            <p:spPr>
              <a:xfrm>
                <a:off x="3066320" y="3039661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Graphic 27" descr="Cloud with solid fill">
                <a:extLst>
                  <a:ext uri="{FF2B5EF4-FFF2-40B4-BE49-F238E27FC236}">
                    <a16:creationId xmlns:a16="http://schemas.microsoft.com/office/drawing/2014/main" id="{E63F703F-83A4-48C0-5980-547DCE7E501F}"/>
                  </a:ext>
                </a:extLst>
              </p:cNvPr>
              <p:cNvSpPr/>
              <p:nvPr/>
            </p:nvSpPr>
            <p:spPr>
              <a:xfrm>
                <a:off x="3657332" y="3718943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8741CAC-B738-3741-0733-F0665B3B3656}"/>
              </a:ext>
            </a:extLst>
          </p:cNvPr>
          <p:cNvGrpSpPr/>
          <p:nvPr/>
        </p:nvGrpSpPr>
        <p:grpSpPr>
          <a:xfrm>
            <a:off x="184969" y="2199561"/>
            <a:ext cx="1898557" cy="1908813"/>
            <a:chOff x="340629" y="2398355"/>
            <a:chExt cx="2613374" cy="242847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BBDA5ED-66D6-35A8-C8AC-552D5A5F4E4D}"/>
                </a:ext>
              </a:extLst>
            </p:cNvPr>
            <p:cNvSpPr/>
            <p:nvPr/>
          </p:nvSpPr>
          <p:spPr>
            <a:xfrm>
              <a:off x="340629" y="2398355"/>
              <a:ext cx="1476784" cy="1383153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229C1291-E250-E008-66B1-659F3C90B231}"/>
                </a:ext>
              </a:extLst>
            </p:cNvPr>
            <p:cNvGrpSpPr/>
            <p:nvPr/>
          </p:nvGrpSpPr>
          <p:grpSpPr>
            <a:xfrm>
              <a:off x="539728" y="2595602"/>
              <a:ext cx="1476784" cy="1383153"/>
              <a:chOff x="2068350" y="5179985"/>
              <a:chExt cx="1476784" cy="1383153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F70919FE-636E-D6F4-825C-CCFEE5ED2F91}"/>
                  </a:ext>
                </a:extLst>
              </p:cNvPr>
              <p:cNvSpPr/>
              <p:nvPr/>
            </p:nvSpPr>
            <p:spPr>
              <a:xfrm>
                <a:off x="2068350" y="5179985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" name="Graphic 27" descr="Cloud with solid fill">
                <a:extLst>
                  <a:ext uri="{FF2B5EF4-FFF2-40B4-BE49-F238E27FC236}">
                    <a16:creationId xmlns:a16="http://schemas.microsoft.com/office/drawing/2014/main" id="{AEEC47B7-9B03-FA11-7D03-D087F6B6E613}"/>
                  </a:ext>
                </a:extLst>
              </p:cNvPr>
              <p:cNvSpPr/>
              <p:nvPr/>
            </p:nvSpPr>
            <p:spPr>
              <a:xfrm>
                <a:off x="2086106" y="5207241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EDDD6C64-4CEB-D8B2-17C6-5C39E1BB49BA}"/>
                </a:ext>
              </a:extLst>
            </p:cNvPr>
            <p:cNvGrpSpPr/>
            <p:nvPr/>
          </p:nvGrpSpPr>
          <p:grpSpPr>
            <a:xfrm>
              <a:off x="768306" y="2792849"/>
              <a:ext cx="1476784" cy="1383153"/>
              <a:chOff x="2099710" y="5061954"/>
              <a:chExt cx="1476784" cy="1383153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0841BF7-64C4-F2CE-0422-D3F09AE55AD5}"/>
                  </a:ext>
                </a:extLst>
              </p:cNvPr>
              <p:cNvSpPr/>
              <p:nvPr/>
            </p:nvSpPr>
            <p:spPr>
              <a:xfrm>
                <a:off x="2099710" y="5061954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Graphic 27" descr="Cloud with solid fill">
                <a:extLst>
                  <a:ext uri="{FF2B5EF4-FFF2-40B4-BE49-F238E27FC236}">
                    <a16:creationId xmlns:a16="http://schemas.microsoft.com/office/drawing/2014/main" id="{168E14C9-BBA0-9D59-E739-92001E2ED6E8}"/>
                  </a:ext>
                </a:extLst>
              </p:cNvPr>
              <p:cNvSpPr/>
              <p:nvPr/>
            </p:nvSpPr>
            <p:spPr>
              <a:xfrm rot="18581344">
                <a:off x="1981706" y="5761758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780EA5B-1837-927F-AD03-D21D1401529F}"/>
                </a:ext>
              </a:extLst>
            </p:cNvPr>
            <p:cNvSpPr/>
            <p:nvPr/>
          </p:nvSpPr>
          <p:spPr>
            <a:xfrm>
              <a:off x="996290" y="2989009"/>
              <a:ext cx="1476784" cy="1383153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1DFDCDA-61E1-A90A-1949-D50DACED3E49}"/>
                </a:ext>
              </a:extLst>
            </p:cNvPr>
            <p:cNvGrpSpPr/>
            <p:nvPr/>
          </p:nvGrpSpPr>
          <p:grpSpPr>
            <a:xfrm>
              <a:off x="1196921" y="3185169"/>
              <a:ext cx="1476784" cy="1383153"/>
              <a:chOff x="1915950" y="5027585"/>
              <a:chExt cx="1476784" cy="1383153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88DEEF82-B106-6C88-F8C5-698624D00EDF}"/>
                  </a:ext>
                </a:extLst>
              </p:cNvPr>
              <p:cNvSpPr/>
              <p:nvPr/>
            </p:nvSpPr>
            <p:spPr>
              <a:xfrm>
                <a:off x="1915950" y="5027585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3" name="Graphic 27" descr="Cloud with solid fill">
                <a:extLst>
                  <a:ext uri="{FF2B5EF4-FFF2-40B4-BE49-F238E27FC236}">
                    <a16:creationId xmlns:a16="http://schemas.microsoft.com/office/drawing/2014/main" id="{EFC88B15-EDEE-FC49-F1C1-D4D872ADD6E9}"/>
                  </a:ext>
                </a:extLst>
              </p:cNvPr>
              <p:cNvSpPr/>
              <p:nvPr/>
            </p:nvSpPr>
            <p:spPr>
              <a:xfrm>
                <a:off x="2423781" y="5044353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DC9405D-FC1E-73FA-FB74-8F0C3A4B4E5C}"/>
                </a:ext>
              </a:extLst>
            </p:cNvPr>
            <p:cNvGrpSpPr/>
            <p:nvPr/>
          </p:nvGrpSpPr>
          <p:grpSpPr>
            <a:xfrm>
              <a:off x="1477219" y="3443672"/>
              <a:ext cx="1476784" cy="1383153"/>
              <a:chOff x="3066320" y="3039661"/>
              <a:chExt cx="1476784" cy="1383153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C724D6B-B27D-DCE3-2B07-DE0DF4735995}"/>
                  </a:ext>
                </a:extLst>
              </p:cNvPr>
              <p:cNvSpPr/>
              <p:nvPr/>
            </p:nvSpPr>
            <p:spPr>
              <a:xfrm>
                <a:off x="3066320" y="3039661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Graphic 27" descr="Cloud with solid fill">
                <a:extLst>
                  <a:ext uri="{FF2B5EF4-FFF2-40B4-BE49-F238E27FC236}">
                    <a16:creationId xmlns:a16="http://schemas.microsoft.com/office/drawing/2014/main" id="{E07BC952-9377-5955-2F97-9A3E60A17FD7}"/>
                  </a:ext>
                </a:extLst>
              </p:cNvPr>
              <p:cNvSpPr/>
              <p:nvPr/>
            </p:nvSpPr>
            <p:spPr>
              <a:xfrm>
                <a:off x="3657332" y="3718943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B8BADE1-B0AA-97DE-7E32-9271F391ABBE}"/>
              </a:ext>
            </a:extLst>
          </p:cNvPr>
          <p:cNvGrpSpPr/>
          <p:nvPr/>
        </p:nvGrpSpPr>
        <p:grpSpPr>
          <a:xfrm>
            <a:off x="223883" y="4196944"/>
            <a:ext cx="1898557" cy="1908813"/>
            <a:chOff x="340629" y="2398355"/>
            <a:chExt cx="2613374" cy="242847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D1F37F9-50DE-B79B-6EF7-183792A2CB13}"/>
                </a:ext>
              </a:extLst>
            </p:cNvPr>
            <p:cNvSpPr/>
            <p:nvPr/>
          </p:nvSpPr>
          <p:spPr>
            <a:xfrm>
              <a:off x="340629" y="2398355"/>
              <a:ext cx="1476784" cy="1383153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34EECE8-4F24-BA93-A339-6ABDCDBEB87A}"/>
                </a:ext>
              </a:extLst>
            </p:cNvPr>
            <p:cNvGrpSpPr/>
            <p:nvPr/>
          </p:nvGrpSpPr>
          <p:grpSpPr>
            <a:xfrm>
              <a:off x="539728" y="2595602"/>
              <a:ext cx="1476784" cy="1383153"/>
              <a:chOff x="2068350" y="5179985"/>
              <a:chExt cx="1476784" cy="1383153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AD3185D7-601F-B837-A61A-DCE0F7C359DB}"/>
                  </a:ext>
                </a:extLst>
              </p:cNvPr>
              <p:cNvSpPr/>
              <p:nvPr/>
            </p:nvSpPr>
            <p:spPr>
              <a:xfrm>
                <a:off x="2068350" y="5179985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Graphic 27" descr="Cloud with solid fill">
                <a:extLst>
                  <a:ext uri="{FF2B5EF4-FFF2-40B4-BE49-F238E27FC236}">
                    <a16:creationId xmlns:a16="http://schemas.microsoft.com/office/drawing/2014/main" id="{8DC71670-F432-984D-258A-B9B16ADB16BE}"/>
                  </a:ext>
                </a:extLst>
              </p:cNvPr>
              <p:cNvSpPr/>
              <p:nvPr/>
            </p:nvSpPr>
            <p:spPr>
              <a:xfrm>
                <a:off x="2086106" y="5207241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C385C2FD-2D5C-A134-3E20-51C9CF0F50AB}"/>
                </a:ext>
              </a:extLst>
            </p:cNvPr>
            <p:cNvGrpSpPr/>
            <p:nvPr/>
          </p:nvGrpSpPr>
          <p:grpSpPr>
            <a:xfrm>
              <a:off x="768306" y="2792849"/>
              <a:ext cx="1476784" cy="1383153"/>
              <a:chOff x="2099710" y="5061954"/>
              <a:chExt cx="1476784" cy="1383153"/>
            </a:xfrm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1B16E3C1-4784-87A8-F77B-2E66D4F31BE6}"/>
                  </a:ext>
                </a:extLst>
              </p:cNvPr>
              <p:cNvSpPr/>
              <p:nvPr/>
            </p:nvSpPr>
            <p:spPr>
              <a:xfrm>
                <a:off x="2099710" y="5061954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Graphic 27" descr="Cloud with solid fill">
                <a:extLst>
                  <a:ext uri="{FF2B5EF4-FFF2-40B4-BE49-F238E27FC236}">
                    <a16:creationId xmlns:a16="http://schemas.microsoft.com/office/drawing/2014/main" id="{A538825C-6078-4E39-DE76-DC543BC0E5C1}"/>
                  </a:ext>
                </a:extLst>
              </p:cNvPr>
              <p:cNvSpPr/>
              <p:nvPr/>
            </p:nvSpPr>
            <p:spPr>
              <a:xfrm rot="18581344">
                <a:off x="1981706" y="5761758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4595F30-9D60-CD63-3B22-882F9AD1A2E9}"/>
                </a:ext>
              </a:extLst>
            </p:cNvPr>
            <p:cNvSpPr/>
            <p:nvPr/>
          </p:nvSpPr>
          <p:spPr>
            <a:xfrm>
              <a:off x="996290" y="2989009"/>
              <a:ext cx="1476784" cy="1383153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81418F0E-2157-7585-2630-3C414D475271}"/>
                </a:ext>
              </a:extLst>
            </p:cNvPr>
            <p:cNvGrpSpPr/>
            <p:nvPr/>
          </p:nvGrpSpPr>
          <p:grpSpPr>
            <a:xfrm>
              <a:off x="1196921" y="3185169"/>
              <a:ext cx="1476784" cy="1383153"/>
              <a:chOff x="1915950" y="5027585"/>
              <a:chExt cx="1476784" cy="1383153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3A16B3E8-20F4-E319-3CCA-ECE143245439}"/>
                  </a:ext>
                </a:extLst>
              </p:cNvPr>
              <p:cNvSpPr/>
              <p:nvPr/>
            </p:nvSpPr>
            <p:spPr>
              <a:xfrm>
                <a:off x="1915950" y="5027585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Graphic 27" descr="Cloud with solid fill">
                <a:extLst>
                  <a:ext uri="{FF2B5EF4-FFF2-40B4-BE49-F238E27FC236}">
                    <a16:creationId xmlns:a16="http://schemas.microsoft.com/office/drawing/2014/main" id="{44CBDA31-AADC-7377-D223-EE9CF3F30C91}"/>
                  </a:ext>
                </a:extLst>
              </p:cNvPr>
              <p:cNvSpPr/>
              <p:nvPr/>
            </p:nvSpPr>
            <p:spPr>
              <a:xfrm>
                <a:off x="2423781" y="5044353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BF401F38-8666-0238-FB9E-6EBF34652C65}"/>
                </a:ext>
              </a:extLst>
            </p:cNvPr>
            <p:cNvGrpSpPr/>
            <p:nvPr/>
          </p:nvGrpSpPr>
          <p:grpSpPr>
            <a:xfrm>
              <a:off x="1477219" y="3443672"/>
              <a:ext cx="1476784" cy="1383153"/>
              <a:chOff x="3066320" y="3039661"/>
              <a:chExt cx="1476784" cy="1383153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5211C95-F9BE-FCE0-A556-F28467E11A40}"/>
                  </a:ext>
                </a:extLst>
              </p:cNvPr>
              <p:cNvSpPr/>
              <p:nvPr/>
            </p:nvSpPr>
            <p:spPr>
              <a:xfrm>
                <a:off x="3066320" y="3039661"/>
                <a:ext cx="1476784" cy="1383153"/>
              </a:xfrm>
              <a:prstGeom prst="rect">
                <a:avLst/>
              </a:prstGeom>
              <a:pattFill prst="smGrid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Graphic 27" descr="Cloud with solid fill">
                <a:extLst>
                  <a:ext uri="{FF2B5EF4-FFF2-40B4-BE49-F238E27FC236}">
                    <a16:creationId xmlns:a16="http://schemas.microsoft.com/office/drawing/2014/main" id="{DB9153F5-AC84-6E25-2F8C-7726582E4B7B}"/>
                  </a:ext>
                </a:extLst>
              </p:cNvPr>
              <p:cNvSpPr/>
              <p:nvPr/>
            </p:nvSpPr>
            <p:spPr>
              <a:xfrm>
                <a:off x="3657332" y="3718943"/>
                <a:ext cx="802774" cy="457059"/>
              </a:xfrm>
              <a:custGeom>
                <a:avLst/>
                <a:gdLst>
                  <a:gd name="csX0" fmla="*/ 689427 w 802774"/>
                  <a:gd name="csY0" fmla="*/ 227507 h 457059"/>
                  <a:gd name="csX1" fmla="*/ 679902 w 802774"/>
                  <a:gd name="csY1" fmla="*/ 227507 h 457059"/>
                  <a:gd name="csX2" fmla="*/ 679902 w 802774"/>
                  <a:gd name="csY2" fmla="*/ 227507 h 457059"/>
                  <a:gd name="csX3" fmla="*/ 619895 w 802774"/>
                  <a:gd name="csY3" fmla="*/ 111302 h 457059"/>
                  <a:gd name="csX4" fmla="*/ 489403 w 802774"/>
                  <a:gd name="csY4" fmla="*/ 93204 h 457059"/>
                  <a:gd name="csX5" fmla="*/ 296998 w 802774"/>
                  <a:gd name="csY5" fmla="*/ 4622 h 457059"/>
                  <a:gd name="csX6" fmla="*/ 165552 w 802774"/>
                  <a:gd name="csY6" fmla="*/ 170357 h 457059"/>
                  <a:gd name="csX7" fmla="*/ 165552 w 802774"/>
                  <a:gd name="csY7" fmla="*/ 172262 h 457059"/>
                  <a:gd name="csX8" fmla="*/ 28392 w 802774"/>
                  <a:gd name="csY8" fmla="*/ 227507 h 457059"/>
                  <a:gd name="csX9" fmla="*/ 13152 w 802774"/>
                  <a:gd name="csY9" fmla="*/ 374192 h 457059"/>
                  <a:gd name="csX10" fmla="*/ 136025 w 802774"/>
                  <a:gd name="csY10" fmla="*/ 456107 h 457059"/>
                  <a:gd name="csX11" fmla="*/ 136025 w 802774"/>
                  <a:gd name="csY11" fmla="*/ 457059 h 457059"/>
                  <a:gd name="csX12" fmla="*/ 688475 w 802774"/>
                  <a:gd name="csY12" fmla="*/ 457059 h 457059"/>
                  <a:gd name="csX13" fmla="*/ 802775 w 802774"/>
                  <a:gd name="csY13" fmla="*/ 342759 h 457059"/>
                  <a:gd name="csX14" fmla="*/ 689427 w 802774"/>
                  <a:gd name="csY14" fmla="*/ 227507 h 457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2774" h="457059">
                    <a:moveTo>
                      <a:pt x="689427" y="227507"/>
                    </a:moveTo>
                    <a:cubicBezTo>
                      <a:pt x="686570" y="227507"/>
                      <a:pt x="682760" y="227507"/>
                      <a:pt x="679902" y="227507"/>
                    </a:cubicBezTo>
                    <a:cubicBezTo>
                      <a:pt x="679902" y="227507"/>
                      <a:pt x="679902" y="227507"/>
                      <a:pt x="679902" y="227507"/>
                    </a:cubicBezTo>
                    <a:cubicBezTo>
                      <a:pt x="679902" y="180834"/>
                      <a:pt x="657043" y="137972"/>
                      <a:pt x="619895" y="111302"/>
                    </a:cubicBezTo>
                    <a:cubicBezTo>
                      <a:pt x="581795" y="84632"/>
                      <a:pt x="533218" y="77964"/>
                      <a:pt x="489403" y="93204"/>
                    </a:cubicBezTo>
                    <a:cubicBezTo>
                      <a:pt x="453208" y="22719"/>
                      <a:pt x="373198" y="-13476"/>
                      <a:pt x="296998" y="4622"/>
                    </a:cubicBezTo>
                    <a:cubicBezTo>
                      <a:pt x="220797" y="22719"/>
                      <a:pt x="165552" y="91299"/>
                      <a:pt x="165552" y="170357"/>
                    </a:cubicBezTo>
                    <a:cubicBezTo>
                      <a:pt x="165552" y="170357"/>
                      <a:pt x="165552" y="171309"/>
                      <a:pt x="165552" y="172262"/>
                    </a:cubicBezTo>
                    <a:cubicBezTo>
                      <a:pt x="113165" y="163689"/>
                      <a:pt x="60777" y="185597"/>
                      <a:pt x="28392" y="227507"/>
                    </a:cubicBezTo>
                    <a:cubicBezTo>
                      <a:pt x="-3040" y="270369"/>
                      <a:pt x="-8755" y="326567"/>
                      <a:pt x="13152" y="374192"/>
                    </a:cubicBezTo>
                    <a:cubicBezTo>
                      <a:pt x="36012" y="421817"/>
                      <a:pt x="83637" y="453249"/>
                      <a:pt x="136025" y="456107"/>
                    </a:cubicBezTo>
                    <a:lnTo>
                      <a:pt x="136025" y="457059"/>
                    </a:lnTo>
                    <a:lnTo>
                      <a:pt x="688475" y="457059"/>
                    </a:lnTo>
                    <a:cubicBezTo>
                      <a:pt x="751340" y="457059"/>
                      <a:pt x="802775" y="405624"/>
                      <a:pt x="802775" y="342759"/>
                    </a:cubicBezTo>
                    <a:cubicBezTo>
                      <a:pt x="802775" y="279894"/>
                      <a:pt x="752293" y="227507"/>
                      <a:pt x="689427" y="2275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95091F4-AEC8-96C1-6230-5464BA8261FD}"/>
              </a:ext>
            </a:extLst>
          </p:cNvPr>
          <p:cNvSpPr/>
          <p:nvPr/>
        </p:nvSpPr>
        <p:spPr>
          <a:xfrm>
            <a:off x="3915842" y="4534952"/>
            <a:ext cx="1292262" cy="1274509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184D520-4A54-4E57-F12E-AEC34BCE5BEF}"/>
              </a:ext>
            </a:extLst>
          </p:cNvPr>
          <p:cNvSpPr/>
          <p:nvPr/>
        </p:nvSpPr>
        <p:spPr>
          <a:xfrm>
            <a:off x="3915842" y="2601863"/>
            <a:ext cx="1292262" cy="1274509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65D9EAE-82D6-57E6-9946-E3EFEE9EDAEA}"/>
              </a:ext>
            </a:extLst>
          </p:cNvPr>
          <p:cNvSpPr txBox="1"/>
          <p:nvPr/>
        </p:nvSpPr>
        <p:spPr>
          <a:xfrm>
            <a:off x="50918" y="6122519"/>
            <a:ext cx="3808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 Snow Cover </a:t>
            </a:r>
          </a:p>
          <a:p>
            <a:r>
              <a:rPr lang="en-US" dirty="0"/>
              <a:t>with Clouds, Year   n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D26859C-CC58-0414-E9A0-01802EF08BEE}"/>
              </a:ext>
            </a:extLst>
          </p:cNvPr>
          <p:cNvSpPr txBox="1"/>
          <p:nvPr/>
        </p:nvSpPr>
        <p:spPr>
          <a:xfrm>
            <a:off x="3623149" y="5949932"/>
            <a:ext cx="3294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Seasonal Day of Melt (FDL), Year   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36B494A-4462-FC49-6F98-273DD0C0E7C4}"/>
              </a:ext>
            </a:extLst>
          </p:cNvPr>
          <p:cNvSpPr txBox="1"/>
          <p:nvPr/>
        </p:nvSpPr>
        <p:spPr>
          <a:xfrm>
            <a:off x="6323289" y="4751848"/>
            <a:ext cx="2880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Interannual Melt Pattern (Sequence of Melt)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A144756-53A6-205A-EF48-948253A86F70}"/>
              </a:ext>
            </a:extLst>
          </p:cNvPr>
          <p:cNvGrpSpPr/>
          <p:nvPr/>
        </p:nvGrpSpPr>
        <p:grpSpPr>
          <a:xfrm>
            <a:off x="9790956" y="286657"/>
            <a:ext cx="1890075" cy="1916354"/>
            <a:chOff x="9825550" y="1243892"/>
            <a:chExt cx="1987250" cy="2001579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6C2EF68-9DC8-304D-4092-921565A62B82}"/>
                </a:ext>
              </a:extLst>
            </p:cNvPr>
            <p:cNvSpPr/>
            <p:nvPr/>
          </p:nvSpPr>
          <p:spPr>
            <a:xfrm>
              <a:off x="9825550" y="12438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9E8E785-3771-BADE-B083-2DF186CEFE7A}"/>
                </a:ext>
              </a:extLst>
            </p:cNvPr>
            <p:cNvSpPr/>
            <p:nvPr/>
          </p:nvSpPr>
          <p:spPr>
            <a:xfrm>
              <a:off x="9977950" y="13962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85DE4F8-CBDE-D589-792E-B95D3785E0A1}"/>
                </a:ext>
              </a:extLst>
            </p:cNvPr>
            <p:cNvSpPr/>
            <p:nvPr/>
          </p:nvSpPr>
          <p:spPr>
            <a:xfrm>
              <a:off x="10130350" y="15486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F8EDF152-8CCE-B138-5B7D-5B75BF514704}"/>
                </a:ext>
              </a:extLst>
            </p:cNvPr>
            <p:cNvSpPr/>
            <p:nvPr/>
          </p:nvSpPr>
          <p:spPr>
            <a:xfrm>
              <a:off x="10282750" y="17010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C9DD53F2-D729-3EE6-A840-A3CC71195DA3}"/>
                </a:ext>
              </a:extLst>
            </p:cNvPr>
            <p:cNvSpPr/>
            <p:nvPr/>
          </p:nvSpPr>
          <p:spPr>
            <a:xfrm>
              <a:off x="10435150" y="18534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116C6CEB-7C70-F158-C658-7AA61477DF84}"/>
                </a:ext>
              </a:extLst>
            </p:cNvPr>
            <p:cNvSpPr/>
            <p:nvPr/>
          </p:nvSpPr>
          <p:spPr>
            <a:xfrm>
              <a:off x="10587550" y="20058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DA4EE64-F6D4-A11E-7DE3-2450EF5C5D31}"/>
                </a:ext>
              </a:extLst>
            </p:cNvPr>
            <p:cNvSpPr/>
            <p:nvPr/>
          </p:nvSpPr>
          <p:spPr>
            <a:xfrm>
              <a:off x="10739950" y="21582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76CDC27-227E-DD89-205F-42D23A63115D}"/>
              </a:ext>
            </a:extLst>
          </p:cNvPr>
          <p:cNvGrpSpPr/>
          <p:nvPr/>
        </p:nvGrpSpPr>
        <p:grpSpPr>
          <a:xfrm>
            <a:off x="9790956" y="2249236"/>
            <a:ext cx="1890075" cy="1916354"/>
            <a:chOff x="9825550" y="1243892"/>
            <a:chExt cx="1987250" cy="2001579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B411D23-9AF7-4A47-9FF4-F5D185E81AC4}"/>
                </a:ext>
              </a:extLst>
            </p:cNvPr>
            <p:cNvSpPr/>
            <p:nvPr/>
          </p:nvSpPr>
          <p:spPr>
            <a:xfrm>
              <a:off x="9825550" y="12438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A4AD51E-724C-97AA-A729-2ABDDA4B01E7}"/>
                </a:ext>
              </a:extLst>
            </p:cNvPr>
            <p:cNvSpPr/>
            <p:nvPr/>
          </p:nvSpPr>
          <p:spPr>
            <a:xfrm>
              <a:off x="9977950" y="13962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E2588C27-D4D9-8996-0014-A80225C649D2}"/>
                </a:ext>
              </a:extLst>
            </p:cNvPr>
            <p:cNvSpPr/>
            <p:nvPr/>
          </p:nvSpPr>
          <p:spPr>
            <a:xfrm>
              <a:off x="10130350" y="15486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269CC1E9-0014-4B07-3D04-3F796404A17B}"/>
                </a:ext>
              </a:extLst>
            </p:cNvPr>
            <p:cNvSpPr/>
            <p:nvPr/>
          </p:nvSpPr>
          <p:spPr>
            <a:xfrm>
              <a:off x="10282750" y="17010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832DAAF-7D25-620D-2E9C-E94DD31CC235}"/>
                </a:ext>
              </a:extLst>
            </p:cNvPr>
            <p:cNvSpPr/>
            <p:nvPr/>
          </p:nvSpPr>
          <p:spPr>
            <a:xfrm>
              <a:off x="10435150" y="18534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DB6E21F-6551-B0A3-007A-DC8064874488}"/>
                </a:ext>
              </a:extLst>
            </p:cNvPr>
            <p:cNvSpPr/>
            <p:nvPr/>
          </p:nvSpPr>
          <p:spPr>
            <a:xfrm>
              <a:off x="10587550" y="20058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DABA0AF8-5E40-4E3A-9BCF-ADB892E7BFA2}"/>
                </a:ext>
              </a:extLst>
            </p:cNvPr>
            <p:cNvSpPr/>
            <p:nvPr/>
          </p:nvSpPr>
          <p:spPr>
            <a:xfrm>
              <a:off x="10739950" y="21582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4846662-FB66-672E-C665-55652C4BC9D7}"/>
              </a:ext>
            </a:extLst>
          </p:cNvPr>
          <p:cNvGrpSpPr/>
          <p:nvPr/>
        </p:nvGrpSpPr>
        <p:grpSpPr>
          <a:xfrm>
            <a:off x="9866306" y="4278529"/>
            <a:ext cx="1890075" cy="1916354"/>
            <a:chOff x="9825550" y="1243892"/>
            <a:chExt cx="1987250" cy="2001579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A25AF85-C91C-3FA6-1D78-7EA510C5A446}"/>
                </a:ext>
              </a:extLst>
            </p:cNvPr>
            <p:cNvSpPr/>
            <p:nvPr/>
          </p:nvSpPr>
          <p:spPr>
            <a:xfrm>
              <a:off x="9825550" y="12438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2EDF90A-1302-8E3C-544D-3BE34AC73A4E}"/>
                </a:ext>
              </a:extLst>
            </p:cNvPr>
            <p:cNvSpPr/>
            <p:nvPr/>
          </p:nvSpPr>
          <p:spPr>
            <a:xfrm>
              <a:off x="9977950" y="13962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833BE5A-5386-F766-2DA6-C441453DCA08}"/>
                </a:ext>
              </a:extLst>
            </p:cNvPr>
            <p:cNvSpPr/>
            <p:nvPr/>
          </p:nvSpPr>
          <p:spPr>
            <a:xfrm>
              <a:off x="10130350" y="15486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A16017F5-B76B-9CBE-6ECD-A371C40C0FA2}"/>
                </a:ext>
              </a:extLst>
            </p:cNvPr>
            <p:cNvSpPr/>
            <p:nvPr/>
          </p:nvSpPr>
          <p:spPr>
            <a:xfrm>
              <a:off x="10282750" y="17010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A07F4047-D78E-7C75-281B-355CA2AF9FE4}"/>
                </a:ext>
              </a:extLst>
            </p:cNvPr>
            <p:cNvSpPr/>
            <p:nvPr/>
          </p:nvSpPr>
          <p:spPr>
            <a:xfrm>
              <a:off x="10435150" y="18534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DC5032CD-B895-2EA3-2BAC-4A4DAC355E89}"/>
                </a:ext>
              </a:extLst>
            </p:cNvPr>
            <p:cNvSpPr/>
            <p:nvPr/>
          </p:nvSpPr>
          <p:spPr>
            <a:xfrm>
              <a:off x="10587550" y="20058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1B8BC3E0-4F87-EC9E-1D9E-0F264E9DCC70}"/>
                </a:ext>
              </a:extLst>
            </p:cNvPr>
            <p:cNvSpPr/>
            <p:nvPr/>
          </p:nvSpPr>
          <p:spPr>
            <a:xfrm>
              <a:off x="10739950" y="2158292"/>
              <a:ext cx="1072850" cy="1087179"/>
            </a:xfrm>
            <a:prstGeom prst="rect">
              <a:avLst/>
            </a:prstGeom>
            <a:pattFill prst="smGrid">
              <a:fgClr>
                <a:schemeClr val="tx1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C6576B58-F2A3-6CF7-288B-8CC5F64BB407}"/>
              </a:ext>
            </a:extLst>
          </p:cNvPr>
          <p:cNvSpPr txBox="1"/>
          <p:nvPr/>
        </p:nvSpPr>
        <p:spPr>
          <a:xfrm>
            <a:off x="9438198" y="6178421"/>
            <a:ext cx="2848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 Snow Cover without Clouds, Year   n</a:t>
            </a:r>
          </a:p>
        </p:txBody>
      </p:sp>
      <p:sp>
        <p:nvSpPr>
          <p:cNvPr id="183" name="Arrow: Right 182">
            <a:extLst>
              <a:ext uri="{FF2B5EF4-FFF2-40B4-BE49-F238E27FC236}">
                <a16:creationId xmlns:a16="http://schemas.microsoft.com/office/drawing/2014/main" id="{85C934A5-17A4-3DA8-3E80-A92447E4FF5C}"/>
              </a:ext>
            </a:extLst>
          </p:cNvPr>
          <p:cNvSpPr/>
          <p:nvPr/>
        </p:nvSpPr>
        <p:spPr>
          <a:xfrm>
            <a:off x="2598958" y="1144741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Arrow: Right 184">
            <a:extLst>
              <a:ext uri="{FF2B5EF4-FFF2-40B4-BE49-F238E27FC236}">
                <a16:creationId xmlns:a16="http://schemas.microsoft.com/office/drawing/2014/main" id="{7A8A06D0-11D8-FC33-6CE6-9E95642FA906}"/>
              </a:ext>
            </a:extLst>
          </p:cNvPr>
          <p:cNvSpPr/>
          <p:nvPr/>
        </p:nvSpPr>
        <p:spPr>
          <a:xfrm>
            <a:off x="2553371" y="3006675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Arrow: Right 186">
            <a:extLst>
              <a:ext uri="{FF2B5EF4-FFF2-40B4-BE49-F238E27FC236}">
                <a16:creationId xmlns:a16="http://schemas.microsoft.com/office/drawing/2014/main" id="{D9793717-3703-8739-3A11-F8570D467529}"/>
              </a:ext>
            </a:extLst>
          </p:cNvPr>
          <p:cNvSpPr/>
          <p:nvPr/>
        </p:nvSpPr>
        <p:spPr>
          <a:xfrm>
            <a:off x="2553371" y="4994390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Arrow: Right 188">
            <a:extLst>
              <a:ext uri="{FF2B5EF4-FFF2-40B4-BE49-F238E27FC236}">
                <a16:creationId xmlns:a16="http://schemas.microsoft.com/office/drawing/2014/main" id="{6CAD3D2B-71A6-BAFF-BA00-9D77DD27DF20}"/>
              </a:ext>
            </a:extLst>
          </p:cNvPr>
          <p:cNvSpPr/>
          <p:nvPr/>
        </p:nvSpPr>
        <p:spPr>
          <a:xfrm rot="2300205">
            <a:off x="5379541" y="1743536"/>
            <a:ext cx="1208612" cy="2571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1" name="Arrow: Right 190">
            <a:extLst>
              <a:ext uri="{FF2B5EF4-FFF2-40B4-BE49-F238E27FC236}">
                <a16:creationId xmlns:a16="http://schemas.microsoft.com/office/drawing/2014/main" id="{A0CC574E-8BEE-5D29-075E-1D8A5D90DFDD}"/>
              </a:ext>
            </a:extLst>
          </p:cNvPr>
          <p:cNvSpPr/>
          <p:nvPr/>
        </p:nvSpPr>
        <p:spPr>
          <a:xfrm>
            <a:off x="5404260" y="3097136"/>
            <a:ext cx="1208612" cy="2571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3" name="Arrow: Right 192">
            <a:extLst>
              <a:ext uri="{FF2B5EF4-FFF2-40B4-BE49-F238E27FC236}">
                <a16:creationId xmlns:a16="http://schemas.microsoft.com/office/drawing/2014/main" id="{1B5B09D6-C8CD-838D-77CA-0C8136F324E1}"/>
              </a:ext>
            </a:extLst>
          </p:cNvPr>
          <p:cNvSpPr/>
          <p:nvPr/>
        </p:nvSpPr>
        <p:spPr>
          <a:xfrm rot="19455009">
            <a:off x="5392458" y="4599679"/>
            <a:ext cx="1208612" cy="2571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5" name="Arrow: Right 194">
            <a:extLst>
              <a:ext uri="{FF2B5EF4-FFF2-40B4-BE49-F238E27FC236}">
                <a16:creationId xmlns:a16="http://schemas.microsoft.com/office/drawing/2014/main" id="{AA8BB576-4CE0-F892-30F0-530FFABFB0AC}"/>
              </a:ext>
            </a:extLst>
          </p:cNvPr>
          <p:cNvSpPr/>
          <p:nvPr/>
        </p:nvSpPr>
        <p:spPr>
          <a:xfrm rot="19455009">
            <a:off x="8461934" y="1818715"/>
            <a:ext cx="1208612" cy="2571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7" name="Arrow: Right 196">
            <a:extLst>
              <a:ext uri="{FF2B5EF4-FFF2-40B4-BE49-F238E27FC236}">
                <a16:creationId xmlns:a16="http://schemas.microsoft.com/office/drawing/2014/main" id="{DA041271-9CEC-C21D-B41D-76D44B2E4509}"/>
              </a:ext>
            </a:extLst>
          </p:cNvPr>
          <p:cNvSpPr/>
          <p:nvPr/>
        </p:nvSpPr>
        <p:spPr>
          <a:xfrm>
            <a:off x="8423190" y="3162086"/>
            <a:ext cx="1208612" cy="2571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9" name="Arrow: Right 198">
            <a:extLst>
              <a:ext uri="{FF2B5EF4-FFF2-40B4-BE49-F238E27FC236}">
                <a16:creationId xmlns:a16="http://schemas.microsoft.com/office/drawing/2014/main" id="{E5A1E84D-063A-43EB-2C40-EBE76D3CBC90}"/>
              </a:ext>
            </a:extLst>
          </p:cNvPr>
          <p:cNvSpPr/>
          <p:nvPr/>
        </p:nvSpPr>
        <p:spPr>
          <a:xfrm rot="2300205">
            <a:off x="8406960" y="4295860"/>
            <a:ext cx="1208612" cy="2571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63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5E6C-7AFF-7C46-5186-C0F1D19A4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7810" y="261887"/>
            <a:ext cx="5555906" cy="1129592"/>
          </a:xfrm>
        </p:spPr>
        <p:txBody>
          <a:bodyPr/>
          <a:lstStyle/>
          <a:p>
            <a:r>
              <a:rPr lang="en-US" sz="5400" dirty="0"/>
              <a:t>Web Tool</a:t>
            </a:r>
          </a:p>
        </p:txBody>
      </p:sp>
      <p:pic>
        <p:nvPicPr>
          <p:cNvPr id="5" name="Content Placeholder 4" descr="Internet outline">
            <a:extLst>
              <a:ext uri="{FF2B5EF4-FFF2-40B4-BE49-F238E27FC236}">
                <a16:creationId xmlns:a16="http://schemas.microsoft.com/office/drawing/2014/main" id="{B7FE0C2F-2A37-53C0-F0A1-7619F080E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6052" y="2397188"/>
            <a:ext cx="2577175" cy="2577175"/>
          </a:xfrm>
        </p:spPr>
      </p:pic>
      <p:pic>
        <p:nvPicPr>
          <p:cNvPr id="7" name="Graphic 6" descr="Programmer female with solid fill">
            <a:extLst>
              <a:ext uri="{FF2B5EF4-FFF2-40B4-BE49-F238E27FC236}">
                <a16:creationId xmlns:a16="http://schemas.microsoft.com/office/drawing/2014/main" id="{FA7BC743-4E41-C40C-B571-10948C4B4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8773" y="2097819"/>
            <a:ext cx="2662362" cy="26623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69B96D-382B-C708-1C3E-914C71012A04}"/>
              </a:ext>
            </a:extLst>
          </p:cNvPr>
          <p:cNvSpPr txBox="1"/>
          <p:nvPr/>
        </p:nvSpPr>
        <p:spPr>
          <a:xfrm>
            <a:off x="4287810" y="1267596"/>
            <a:ext cx="45163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User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Automated 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3EC6D7-12FC-6541-E6B0-EBB18C2BDB57}"/>
              </a:ext>
            </a:extLst>
          </p:cNvPr>
          <p:cNvSpPr txBox="1"/>
          <p:nvPr/>
        </p:nvSpPr>
        <p:spPr>
          <a:xfrm>
            <a:off x="2687543" y="5114124"/>
            <a:ext cx="3721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Options:</a:t>
            </a:r>
          </a:p>
          <a:p>
            <a:r>
              <a:rPr lang="en-US" dirty="0"/>
              <a:t>   Watershed Selection</a:t>
            </a:r>
          </a:p>
          <a:p>
            <a:r>
              <a:rPr lang="en-US" dirty="0"/>
              <a:t>   Satellite Sensor (MODIS, VIIRS)</a:t>
            </a:r>
          </a:p>
          <a:p>
            <a:r>
              <a:rPr lang="en-US" dirty="0"/>
              <a:t>   Time Period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8FE74-0EE5-984F-08FD-089004E8931D}"/>
              </a:ext>
            </a:extLst>
          </p:cNvPr>
          <p:cNvSpPr txBox="1"/>
          <p:nvPr/>
        </p:nvSpPr>
        <p:spPr>
          <a:xfrm>
            <a:off x="7346052" y="4826675"/>
            <a:ext cx="37212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Automated Processing:</a:t>
            </a:r>
          </a:p>
          <a:p>
            <a:r>
              <a:rPr lang="en-US" dirty="0"/>
              <a:t>   Data Procurement (NSIDC)</a:t>
            </a:r>
          </a:p>
          <a:p>
            <a:r>
              <a:rPr lang="en-US" dirty="0"/>
              <a:t>   Watershed Coverage</a:t>
            </a:r>
          </a:p>
          <a:p>
            <a:r>
              <a:rPr lang="en-US" dirty="0"/>
              <a:t>   Data Processing   </a:t>
            </a:r>
          </a:p>
          <a:p>
            <a:r>
              <a:rPr lang="en-US" dirty="0"/>
              <a:t>   Image Display</a:t>
            </a:r>
          </a:p>
          <a:p>
            <a:r>
              <a:rPr lang="en-US" dirty="0"/>
              <a:t>   Data Storage/retrieval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6183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1736</TotalTime>
  <Words>292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Wingdings</vt:lpstr>
      <vt:lpstr>Wingdings 3</vt:lpstr>
      <vt:lpstr>Ion</vt:lpstr>
      <vt:lpstr>Web-Based  Satellite-Observed Mountain Snow-Cover Visualization Tool</vt:lpstr>
      <vt:lpstr>Project Importance</vt:lpstr>
      <vt:lpstr>PowerPoint Presentation</vt:lpstr>
      <vt:lpstr>Idaho Watershed Boundaries</vt:lpstr>
      <vt:lpstr>Web Tool Workflow</vt:lpstr>
      <vt:lpstr>Web Tool</vt:lpstr>
    </vt:vector>
  </TitlesOfParts>
  <Company>University of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Qualls, Russell (rqualls@uidaho.edu)</dc:creator>
  <cp:lastModifiedBy>Qualls, Russell (rqualls@uidaho.edu)</cp:lastModifiedBy>
  <cp:revision>1</cp:revision>
  <dcterms:created xsi:type="dcterms:W3CDTF">2026-08-31T15:43:20Z</dcterms:created>
  <dcterms:modified xsi:type="dcterms:W3CDTF">2026-09-01T22:08:53Z</dcterms:modified>
</cp:coreProperties>
</file>